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ae0816eaaf43cc" /><Relationship Type="http://schemas.openxmlformats.org/officeDocument/2006/relationships/extended-properties" Target="/docProps/app.xml" Id="Rd8e3e8cb8e9d4f24" /><Relationship Type="http://schemas.openxmlformats.org/officeDocument/2006/relationships/officeDocument" Target="/ppt/presentation.xml" Id="Rf208484f50714a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6de425c1c14aa2"/>
  </p:sldMasterIdLst>
  <p:notesMasterIdLst>
    <p:notesMasterId xmlns:r="http://schemas.openxmlformats.org/officeDocument/2006/relationships" r:id="R851efabd55c24cae"/>
  </p:notesMasterIdLst>
  <p:sldIdLst>
    <p:sldId xmlns:r="http://schemas.openxmlformats.org/officeDocument/2006/relationships" id="256" r:id="R35e58806165245e4"/>
    <p:sldId xmlns:r="http://schemas.openxmlformats.org/officeDocument/2006/relationships" id="257" r:id="Rb7df6384be9843bf"/>
    <p:sldId xmlns:r="http://schemas.openxmlformats.org/officeDocument/2006/relationships" id="258" r:id="R0653b74cfe9d4b10"/>
    <p:sldId xmlns:r="http://schemas.openxmlformats.org/officeDocument/2006/relationships" id="259" r:id="R63a5eff419f74a57"/>
    <p:sldId xmlns:r="http://schemas.openxmlformats.org/officeDocument/2006/relationships" id="260" r:id="Refcb7239fcdb4779"/>
    <p:sldId xmlns:r="http://schemas.openxmlformats.org/officeDocument/2006/relationships" id="261" r:id="Raec1224a214a43cd"/>
    <p:sldId xmlns:r="http://schemas.openxmlformats.org/officeDocument/2006/relationships" id="262" r:id="R716a4f5a42ba4a6e"/>
    <p:sldId xmlns:r="http://schemas.openxmlformats.org/officeDocument/2006/relationships" id="263" r:id="R9cf54d99cb6347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be53794d3b401a" /><Relationship Type="http://schemas.openxmlformats.org/officeDocument/2006/relationships/slideMaster" Target="/ppt/slideMasters/slideMaster1.xml" Id="Rfe6de425c1c14aa2" /><Relationship Type="http://schemas.openxmlformats.org/officeDocument/2006/relationships/notesMaster" Target="/ppt/notesMasters/notesMaster1.xml" Id="R851efabd55c24cae" /><Relationship Type="http://schemas.openxmlformats.org/officeDocument/2006/relationships/presProps" Target="/ppt/presProps.xml" Id="R2d0051e84b024765" /><Relationship Type="http://schemas.openxmlformats.org/officeDocument/2006/relationships/tableStyles" Target="/ppt/tableStyles.xml" Id="R94a0a5398a914010" /><Relationship Type="http://schemas.openxmlformats.org/officeDocument/2006/relationships/slide" Target="/ppt/slides/slide1.xml" Id="R35e58806165245e4" /><Relationship Type="http://schemas.openxmlformats.org/officeDocument/2006/relationships/slide" Target="/ppt/slides/slide2.xml" Id="Rb7df6384be9843bf" /><Relationship Type="http://schemas.openxmlformats.org/officeDocument/2006/relationships/slide" Target="/ppt/slides/slide3.xml" Id="R0653b74cfe9d4b10" /><Relationship Type="http://schemas.openxmlformats.org/officeDocument/2006/relationships/slide" Target="/ppt/slides/slide4.xml" Id="R63a5eff419f74a57" /><Relationship Type="http://schemas.openxmlformats.org/officeDocument/2006/relationships/slide" Target="/ppt/slides/slide5.xml" Id="Refcb7239fcdb4779" /><Relationship Type="http://schemas.openxmlformats.org/officeDocument/2006/relationships/slide" Target="/ppt/slides/slide6.xml" Id="Raec1224a214a43cd" /><Relationship Type="http://schemas.openxmlformats.org/officeDocument/2006/relationships/slide" Target="/ppt/slides/slide7.xml" Id="R716a4f5a42ba4a6e" /><Relationship Type="http://schemas.openxmlformats.org/officeDocument/2006/relationships/slide" Target="/ppt/slides/slide8.xml" Id="R9cf54d99cb6347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7fd794a58440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5d9e6b35fc4121" /><Relationship Type="http://schemas.openxmlformats.org/officeDocument/2006/relationships/notesMaster" Target="/ppt/notesMasters/notesMaster1.xml" Id="R97d77a673cbf44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b66c29947647cd" /><Relationship Type="http://schemas.openxmlformats.org/officeDocument/2006/relationships/notesMaster" Target="/ppt/notesMasters/notesMaster1.xml" Id="R1099571bb5bd40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cd4b5acc9d42e1" /><Relationship Type="http://schemas.openxmlformats.org/officeDocument/2006/relationships/notesMaster" Target="/ppt/notesMasters/notesMaster1.xml" Id="Rad393cb1ceeb49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3b5203d5a14959" /><Relationship Type="http://schemas.openxmlformats.org/officeDocument/2006/relationships/notesMaster" Target="/ppt/notesMasters/notesMaster1.xml" Id="R9942f738fbea42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028a162f1941aa" /><Relationship Type="http://schemas.openxmlformats.org/officeDocument/2006/relationships/notesMaster" Target="/ppt/notesMasters/notesMaster1.xml" Id="R37de2e19cf9c45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9409d816f349f8" /><Relationship Type="http://schemas.openxmlformats.org/officeDocument/2006/relationships/notesMaster" Target="/ppt/notesMasters/notesMaster1.xml" Id="R2730c9f658124d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3bc38d85b641e8" /><Relationship Type="http://schemas.openxmlformats.org/officeDocument/2006/relationships/notesMaster" Target="/ppt/notesMasters/notesMaster1.xml" Id="Rc4eb6a7413734f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e50f55af5f44ef" /><Relationship Type="http://schemas.openxmlformats.org/officeDocument/2006/relationships/notesMaster" Target="/ppt/notesMasters/notesMaster1.xml" Id="Rcbc133e30acd4f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5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5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5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5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5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5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5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Footstool module 5 authorised theory data and linked course visual.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27907f04f442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062331735c4843" /><Relationship Type="http://schemas.openxmlformats.org/officeDocument/2006/relationships/slideLayout" Target="/ppt/slideLayouts/slideLayout1.xml" Id="R14e98e05c1114d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e98e05c1114d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e8166ef4f4ccf" /><Relationship Type="http://schemas.openxmlformats.org/officeDocument/2006/relationships/image" Target="/ppt/media/image.png" Id="Re5dbe19e74864708" /><Relationship Type="http://schemas.openxmlformats.org/officeDocument/2006/relationships/notesSlide" Target="/ppt/notesSlides/notesSlide1.xml" Id="R73e6defdada646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059381b4c4e4a" /><Relationship Type="http://schemas.openxmlformats.org/officeDocument/2006/relationships/notesSlide" Target="/ppt/notesSlides/notesSlide2.xml" Id="R334375ae271a48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0662094fe478f" /><Relationship Type="http://schemas.openxmlformats.org/officeDocument/2006/relationships/image" Target="/ppt/media/image2.png" Id="R092225b851b8470a" /><Relationship Type="http://schemas.openxmlformats.org/officeDocument/2006/relationships/notesSlide" Target="/ppt/notesSlides/notesSlide3.xml" Id="R11dc89f3ac284b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b52a2e8344e8b" /><Relationship Type="http://schemas.openxmlformats.org/officeDocument/2006/relationships/image" Target="/ppt/media/image3.png" Id="R8076e7807a8b4407" /><Relationship Type="http://schemas.openxmlformats.org/officeDocument/2006/relationships/notesSlide" Target="/ppt/notesSlides/notesSlide4.xml" Id="R80f5fadaf97b4f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a789d99934004" /><Relationship Type="http://schemas.openxmlformats.org/officeDocument/2006/relationships/image" Target="/ppt/media/image4.png" Id="R326f7ef17f024ef0" /><Relationship Type="http://schemas.openxmlformats.org/officeDocument/2006/relationships/notesSlide" Target="/ppt/notesSlides/notesSlide5.xml" Id="R80e7fa5f032f44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fcb52575346b3" /><Relationship Type="http://schemas.openxmlformats.org/officeDocument/2006/relationships/notesSlide" Target="/ppt/notesSlides/notesSlide6.xml" Id="R95c25601a80641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d194a37d74b70" /><Relationship Type="http://schemas.openxmlformats.org/officeDocument/2006/relationships/notesSlide" Target="/ppt/notesSlides/notesSlide7.xml" Id="Rbad93028d9954c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0d749503d4f25" /><Relationship Type="http://schemas.openxmlformats.org/officeDocument/2006/relationships/image" Target="/ppt/media/image5.png" Id="Rab1903aa7b45436f" /><Relationship Type="http://schemas.openxmlformats.org/officeDocument/2006/relationships/notesSlide" Target="/ppt/notesSlides/notesSlide8.xml" Id="Rb4b4953db79d4a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 the original plan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FOOTSTOOL · 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197E1-BF88-4C04-BAD1-7562DF18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28650"/>
            <a:ext cx="5429250" cy="52959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YOU BEGIN</a:t>
            </a:r>
          </a:p>
          <a:p xmlns:a="http://schemas.openxmlformats.org/drawingml/2006/main">
            <a:r>
              <a:t>What do you already know—and what evidence would prove it?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be19e74864708"/>
          <a:srcRect xmlns:a="http://schemas.openxmlformats.org/drawingml/2006/main" l="0" t="15531" r="0" b="155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628650"/>
            <a:ext cx="5429250" cy="5295900"/>
          </a:xfrm>
          <a:prstGeom xmlns:a="http://schemas.openxmlformats.org/drawingml/2006/main" prst="roundRect">
            <a:avLst>
              <a:gd name="adj" fmla="val 215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know—and what evidence would prove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ideas build one evidence trail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3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Views and drawing information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The unchanged original two-page Wagga High School Foot Stool drawing is the authoritative reference for the product.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Dimensions, symbols and scale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Written dimensions control the intended size of a feature.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3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Cross-checking the original plan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Begin by opening the unchanged original two-page Footstool PDF at a size that makes the lines and written informati…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understanding → safe application → evidence you can explain.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Views and drawing information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55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The unchanged original two-page Wagga High School Foot Stool drawing is the authoritative reference for the product.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 plan, also called a top view, shows the product as if it is viewed from directly above.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Written information gives precise details that may not be clear from appearance alone.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225b851b8470a"/>
          <a:srcRect xmlns:a="http://schemas.openxmlformats.org/drawingml/2006/main" l="0" t="23403" r="0" b="23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 example can suggest possibilities, but the user need should control your design.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Dimensions, symbols and scale</a:t>
            </a:r>
          </a:p>
        </p:txBody>
      </p:sp>
      <p:cxnSp>
        <p:nvCxnSpPr>
          <p:cNvPr id="29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Written dimensions control the intended size of a feature.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Technical drawings use symbols, line types, labels and notes to communicate information efficiently.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Scale describes a proportional relationship between the drawing and the intended object.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6e7807a8b4407"/>
          <a:srcRect xmlns:a="http://schemas.openxmlformats.org/drawingml/2006/main" l="0" t="23403" r="0" b="23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Eye protection is a final protective layer, not a replacement for safer processes and secure work.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Cross-checking the original plan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23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Begin by opening the unchanged original two-page Footstool PDF at a size that makes the lines and written informati…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Identify the view that shows the required feature most clearly.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87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Cross-checking means comparing the feature across related views to confirm its position and form.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 or response that explains what you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f7ef17f024ef0"/>
          <a:srcRect xmlns:a="http://schemas.openxmlformats.org/drawingml/2006/main" l="0" t="23403" r="0" b="23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Compare Radiata pine's natural grain with MDF's uniform face and fine fibre edge.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Pause and check what you can explain</a:t>
            </a:r>
          </a:p>
        </p:txBody>
      </p:sp>
      <p:cxnSp>
        <p:nvCxnSpPr>
          <p:cNvPr id="28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“Views and drawing information”?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“Dimensions, symbols and scale”?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“Cross-checking the original plan”?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jot one clear sentence for each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question asking?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Return to the precise theory.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idea to your evidence.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Answer every part in your own words.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0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Explain how a student should use a plan view, an elevation and written information together to understand one feature on the original drawing.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68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plan view shows ___, while the elevation shows ___. The written information helps by ___.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prove what you learned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idea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Identify the evidence you will save.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State your next safe, accurate action.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903aa7b45436f"/>
          <a:srcRect xmlns:a="http://schemas.openxmlformats.org/drawingml/2006/main" l="0" t="3741" r="0" b="3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2026-08-15T04:02:13.9420000Z</dcterms:created>
  <dcterms:modified xsi:type="dcterms:W3CDTF">2026-08-15T04:02:13.9420000Z</dcterms:modified>
</coreProperties>
</file>