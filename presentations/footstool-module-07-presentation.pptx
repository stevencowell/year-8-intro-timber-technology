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01e58bee3c4beb" /><Relationship Type="http://schemas.openxmlformats.org/officeDocument/2006/relationships/extended-properties" Target="/docProps/app.xml" Id="R4f81832fa6324284" /><Relationship Type="http://schemas.openxmlformats.org/officeDocument/2006/relationships/officeDocument" Target="/ppt/presentation.xml" Id="R0e23c8ef4f304c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fdb6f78a24680"/>
  </p:sldMasterIdLst>
  <p:notesMasterIdLst>
    <p:notesMasterId xmlns:r="http://schemas.openxmlformats.org/officeDocument/2006/relationships" r:id="R5d7ee25417a34a20"/>
  </p:notesMasterIdLst>
  <p:sldIdLst>
    <p:sldId xmlns:r="http://schemas.openxmlformats.org/officeDocument/2006/relationships" id="256" r:id="R9a4f880c93a24ca7"/>
    <p:sldId xmlns:r="http://schemas.openxmlformats.org/officeDocument/2006/relationships" id="257" r:id="R5e7ad4105e1a4d34"/>
    <p:sldId xmlns:r="http://schemas.openxmlformats.org/officeDocument/2006/relationships" id="258" r:id="R2b3fd85e25bd4c0a"/>
    <p:sldId xmlns:r="http://schemas.openxmlformats.org/officeDocument/2006/relationships" id="259" r:id="Rb2ec98ce6b294dba"/>
    <p:sldId xmlns:r="http://schemas.openxmlformats.org/officeDocument/2006/relationships" id="260" r:id="R3196f4d5cbd749f6"/>
    <p:sldId xmlns:r="http://schemas.openxmlformats.org/officeDocument/2006/relationships" id="261" r:id="R24bee6d3d31e419a"/>
    <p:sldId xmlns:r="http://schemas.openxmlformats.org/officeDocument/2006/relationships" id="262" r:id="R729d0477b7f14d9e"/>
    <p:sldId xmlns:r="http://schemas.openxmlformats.org/officeDocument/2006/relationships" id="263" r:id="R4c9bbcc04bda44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05985d60d64cb3" /><Relationship Type="http://schemas.openxmlformats.org/officeDocument/2006/relationships/slideMaster" Target="/ppt/slideMasters/slideMaster1.xml" Id="R511fdb6f78a24680" /><Relationship Type="http://schemas.openxmlformats.org/officeDocument/2006/relationships/notesMaster" Target="/ppt/notesMasters/notesMaster1.xml" Id="R5d7ee25417a34a20" /><Relationship Type="http://schemas.openxmlformats.org/officeDocument/2006/relationships/presProps" Target="/ppt/presProps.xml" Id="Re8c4145757784017" /><Relationship Type="http://schemas.openxmlformats.org/officeDocument/2006/relationships/tableStyles" Target="/ppt/tableStyles.xml" Id="Rc70525674e0746b1" /><Relationship Type="http://schemas.openxmlformats.org/officeDocument/2006/relationships/slide" Target="/ppt/slides/slide1.xml" Id="R9a4f880c93a24ca7" /><Relationship Type="http://schemas.openxmlformats.org/officeDocument/2006/relationships/slide" Target="/ppt/slides/slide2.xml" Id="R5e7ad4105e1a4d34" /><Relationship Type="http://schemas.openxmlformats.org/officeDocument/2006/relationships/slide" Target="/ppt/slides/slide3.xml" Id="R2b3fd85e25bd4c0a" /><Relationship Type="http://schemas.openxmlformats.org/officeDocument/2006/relationships/slide" Target="/ppt/slides/slide4.xml" Id="Rb2ec98ce6b294dba" /><Relationship Type="http://schemas.openxmlformats.org/officeDocument/2006/relationships/slide" Target="/ppt/slides/slide5.xml" Id="R3196f4d5cbd749f6" /><Relationship Type="http://schemas.openxmlformats.org/officeDocument/2006/relationships/slide" Target="/ppt/slides/slide6.xml" Id="R24bee6d3d31e419a" /><Relationship Type="http://schemas.openxmlformats.org/officeDocument/2006/relationships/slide" Target="/ppt/slides/slide7.xml" Id="R729d0477b7f14d9e" /><Relationship Type="http://schemas.openxmlformats.org/officeDocument/2006/relationships/slide" Target="/ppt/slides/slide8.xml" Id="R4c9bbcc04bda44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2aaa1216df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41c4d3b50f45e9" /><Relationship Type="http://schemas.openxmlformats.org/officeDocument/2006/relationships/notesMaster" Target="/ppt/notesMasters/notesMaster1.xml" Id="Rce340bd3a13942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2224f2b1ef468e" /><Relationship Type="http://schemas.openxmlformats.org/officeDocument/2006/relationships/notesMaster" Target="/ppt/notesMasters/notesMaster1.xml" Id="R45f9ba66ddd54c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09a0b8a1064375" /><Relationship Type="http://schemas.openxmlformats.org/officeDocument/2006/relationships/notesMaster" Target="/ppt/notesMasters/notesMaster1.xml" Id="R9d4427516c504b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b72a45ff464df8" /><Relationship Type="http://schemas.openxmlformats.org/officeDocument/2006/relationships/notesMaster" Target="/ppt/notesMasters/notesMaster1.xml" Id="R7aee62edeb1048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23e7001b904337" /><Relationship Type="http://schemas.openxmlformats.org/officeDocument/2006/relationships/notesMaster" Target="/ppt/notesMasters/notesMaster1.xml" Id="R00edae8a986b47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19132c5458425e" /><Relationship Type="http://schemas.openxmlformats.org/officeDocument/2006/relationships/notesMaster" Target="/ppt/notesMasters/notesMaster1.xml" Id="Rb86db6e7e30f4d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c37ac5d9504f75" /><Relationship Type="http://schemas.openxmlformats.org/officeDocument/2006/relationships/notesMaster" Target="/ppt/notesMasters/notesMaster1.xml" Id="R3a79db3bd6964a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fe341d649a419b" /><Relationship Type="http://schemas.openxmlformats.org/officeDocument/2006/relationships/notesMaster" Target="/ppt/notesMasters/notesMaster1.xml" Id="Rd58b2ea1f6a5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7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7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7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7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7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7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7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7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5c04bfe1e48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6ba81f6265402d" /><Relationship Type="http://schemas.openxmlformats.org/officeDocument/2006/relationships/slideLayout" Target="/ppt/slideLayouts/slideLayout1.xml" Id="R3cfb52de4a3f40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fb52de4a3f40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34593f0594f9b" /><Relationship Type="http://schemas.openxmlformats.org/officeDocument/2006/relationships/image" Target="/ppt/media/image.jpeg" Id="Re00c5dcc4f1a4c19" /><Relationship Type="http://schemas.openxmlformats.org/officeDocument/2006/relationships/notesSlide" Target="/ppt/notesSlides/notesSlide1.xml" Id="R67b50f1d922840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2ec65e3704b90" /><Relationship Type="http://schemas.openxmlformats.org/officeDocument/2006/relationships/notesSlide" Target="/ppt/notesSlides/notesSlide2.xml" Id="R3e572ac353d845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063fa62af4c0a" /><Relationship Type="http://schemas.openxmlformats.org/officeDocument/2006/relationships/image" Target="/ppt/media/image2.jpeg" Id="Rdc198dbf5ecb468c" /><Relationship Type="http://schemas.openxmlformats.org/officeDocument/2006/relationships/notesSlide" Target="/ppt/notesSlides/notesSlide3.xml" Id="R43b57121fc964c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59747bef94468" /><Relationship Type="http://schemas.openxmlformats.org/officeDocument/2006/relationships/image" Target="/ppt/media/image3.jpeg" Id="Rdf71f07b816048d9" /><Relationship Type="http://schemas.openxmlformats.org/officeDocument/2006/relationships/notesSlide" Target="/ppt/notesSlides/notesSlide4.xml" Id="R8edd6763f9414b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cf6fb92bf499c" /><Relationship Type="http://schemas.openxmlformats.org/officeDocument/2006/relationships/image" Target="/ppt/media/image4.jpeg" Id="Rbab291979d11484b" /><Relationship Type="http://schemas.openxmlformats.org/officeDocument/2006/relationships/notesSlide" Target="/ppt/notesSlides/notesSlide5.xml" Id="R9c57111df0264a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2044631a44b3e" /><Relationship Type="http://schemas.openxmlformats.org/officeDocument/2006/relationships/notesSlide" Target="/ppt/notesSlides/notesSlide6.xml" Id="R165f0632adbf4b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846bd31994a75" /><Relationship Type="http://schemas.openxmlformats.org/officeDocument/2006/relationships/notesSlide" Target="/ppt/notesSlides/notesSlide7.xml" Id="Re97adf9b3fa34a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ff2b314404877" /><Relationship Type="http://schemas.openxmlformats.org/officeDocument/2006/relationships/image" Target="/ppt/media/image5.jpeg" Id="Rdfe8e9ec6bee4365" /><Relationship Type="http://schemas.openxmlformats.org/officeDocument/2006/relationships/notesSlide" Target="/ppt/notesSlides/notesSlide8.xml" Id="R77301f16431d4c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Personal emblem design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1A705-135B-4293-8444-33C920B2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c5dcc4f1a4c19"/>
          <a:srcRect xmlns:a="http://schemas.openxmlformats.org/drawingml/2006/main" l="20802" t="0" r="20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Researching a personal emblem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personal emblem communicates something about you through a small, recognisable design.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Developing three emblem concepts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Begin by choosing useful ideas from your personal-theme research.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Criteria, selection and refinement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 criteria are clear points used to compare ideas fairly.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Researching a personal emblem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personal emblem communicates something about you through a small, recognisable design.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Collect several visual references for each theme.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Select useful features from your research and translate them into your own simple shapes.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98dbf5ecb468c"/>
          <a:srcRect xmlns:a="http://schemas.openxmlformats.org/drawingml/2006/main" l="12161" t="0" r="12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Developing three emblem concepts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Begin by choosing useful ideas from your personal-theme research.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Develop three quick thumbnail drawings that explore genuinely different concepts.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Add brief annotations beside each thumbnail to explain the selected theme, the arrangement of shapes and the intend…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1f07b816048d9"/>
          <a:srcRect xmlns:a="http://schemas.openxmlformats.org/drawingml/2006/main" l="12161" t="0" r="12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Criteria, selection and refinement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Design criteria are clear points used to compare ideas fairly.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Compare the three concepts side by side and record useful pros and cons for each one.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Select one concept and justify the choice using more than personal preference.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291979d11484b"/>
          <a:srcRect xmlns:a="http://schemas.openxmlformats.org/drawingml/2006/main" l="12161" t="0" r="12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“Researching a personal emblem”?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“Developing three emblem concepts”?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4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“Criteria, selection and refinement”?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Identify three possible personal themes for an emblem, explain the meaning of each and describe one simple visual feature that could represent each theme without copying a finished design.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99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My three themes are ___, ___ and ___. They matter to me because ___. A simple feature I could explore for each is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8e9ec6bee4365"/>
          <a:srcRect xmlns:a="http://schemas.openxmlformats.org/drawingml/2006/main" l="28244" t="0" r="282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2026-08-15T04:02:15.7410000Z</dcterms:created>
  <dcterms:modified xsi:type="dcterms:W3CDTF">2026-08-15T04:02:15.7410000Z</dcterms:modified>
</coreProperties>
</file>