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619b7ba4ea4f88" /><Relationship Type="http://schemas.openxmlformats.org/officeDocument/2006/relationships/extended-properties" Target="/docProps/app.xml" Id="R2796c4934eb146fe" /><Relationship Type="http://schemas.openxmlformats.org/officeDocument/2006/relationships/officeDocument" Target="/ppt/presentation.xml" Id="R8f605e9b2b1b4f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ffb839eeaf46eb"/>
  </p:sldMasterIdLst>
  <p:notesMasterIdLst>
    <p:notesMasterId xmlns:r="http://schemas.openxmlformats.org/officeDocument/2006/relationships" r:id="R071e271a26df4993"/>
  </p:notesMasterIdLst>
  <p:sldIdLst>
    <p:sldId xmlns:r="http://schemas.openxmlformats.org/officeDocument/2006/relationships" id="256" r:id="R767b3e09180b42b6"/>
    <p:sldId xmlns:r="http://schemas.openxmlformats.org/officeDocument/2006/relationships" id="257" r:id="R658a759a9fb142e7"/>
    <p:sldId xmlns:r="http://schemas.openxmlformats.org/officeDocument/2006/relationships" id="258" r:id="Rba0a46d7eb964d4a"/>
    <p:sldId xmlns:r="http://schemas.openxmlformats.org/officeDocument/2006/relationships" id="259" r:id="Ree0fe964589e46bf"/>
    <p:sldId xmlns:r="http://schemas.openxmlformats.org/officeDocument/2006/relationships" id="260" r:id="R36c95f2c954e4331"/>
    <p:sldId xmlns:r="http://schemas.openxmlformats.org/officeDocument/2006/relationships" id="261" r:id="R7476c2e9e8c741f6"/>
    <p:sldId xmlns:r="http://schemas.openxmlformats.org/officeDocument/2006/relationships" id="262" r:id="Rc3eaf0aa6f374fe0"/>
    <p:sldId xmlns:r="http://schemas.openxmlformats.org/officeDocument/2006/relationships" id="263" r:id="Rc2860b13ddae4a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433519bc2d47e7" /><Relationship Type="http://schemas.openxmlformats.org/officeDocument/2006/relationships/slideMaster" Target="/ppt/slideMasters/slideMaster1.xml" Id="R1fffb839eeaf46eb" /><Relationship Type="http://schemas.openxmlformats.org/officeDocument/2006/relationships/notesMaster" Target="/ppt/notesMasters/notesMaster1.xml" Id="R071e271a26df4993" /><Relationship Type="http://schemas.openxmlformats.org/officeDocument/2006/relationships/presProps" Target="/ppt/presProps.xml" Id="R5bc08eebf6f14180" /><Relationship Type="http://schemas.openxmlformats.org/officeDocument/2006/relationships/tableStyles" Target="/ppt/tableStyles.xml" Id="Rb107f772cfce4a6d" /><Relationship Type="http://schemas.openxmlformats.org/officeDocument/2006/relationships/slide" Target="/ppt/slides/slide1.xml" Id="R767b3e09180b42b6" /><Relationship Type="http://schemas.openxmlformats.org/officeDocument/2006/relationships/slide" Target="/ppt/slides/slide2.xml" Id="R658a759a9fb142e7" /><Relationship Type="http://schemas.openxmlformats.org/officeDocument/2006/relationships/slide" Target="/ppt/slides/slide3.xml" Id="Rba0a46d7eb964d4a" /><Relationship Type="http://schemas.openxmlformats.org/officeDocument/2006/relationships/slide" Target="/ppt/slides/slide4.xml" Id="Ree0fe964589e46bf" /><Relationship Type="http://schemas.openxmlformats.org/officeDocument/2006/relationships/slide" Target="/ppt/slides/slide5.xml" Id="R36c95f2c954e4331" /><Relationship Type="http://schemas.openxmlformats.org/officeDocument/2006/relationships/slide" Target="/ppt/slides/slide6.xml" Id="R7476c2e9e8c741f6" /><Relationship Type="http://schemas.openxmlformats.org/officeDocument/2006/relationships/slide" Target="/ppt/slides/slide7.xml" Id="Rc3eaf0aa6f374fe0" /><Relationship Type="http://schemas.openxmlformats.org/officeDocument/2006/relationships/slide" Target="/ppt/slides/slide8.xml" Id="Rc2860b13ddae4a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a1eff4f30844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94264d6f9f4b63" /><Relationship Type="http://schemas.openxmlformats.org/officeDocument/2006/relationships/notesMaster" Target="/ppt/notesMasters/notesMaster1.xml" Id="R99891aecb2a945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e9381f6c3f42ad" /><Relationship Type="http://schemas.openxmlformats.org/officeDocument/2006/relationships/notesMaster" Target="/ppt/notesMasters/notesMaster1.xml" Id="R6f59081880554b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ae57027e034348" /><Relationship Type="http://schemas.openxmlformats.org/officeDocument/2006/relationships/notesMaster" Target="/ppt/notesMasters/notesMaster1.xml" Id="R95e98f68bbee42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890f9b926b4c7a" /><Relationship Type="http://schemas.openxmlformats.org/officeDocument/2006/relationships/notesMaster" Target="/ppt/notesMasters/notesMaster1.xml" Id="R408ea769a31145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71e519782644c4" /><Relationship Type="http://schemas.openxmlformats.org/officeDocument/2006/relationships/notesMaster" Target="/ppt/notesMasters/notesMaster1.xml" Id="Ra9e18d2904eb42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866ea6630f4ca2" /><Relationship Type="http://schemas.openxmlformats.org/officeDocument/2006/relationships/notesMaster" Target="/ppt/notesMasters/notesMaster1.xml" Id="Re905b5ded17c49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cb6e245b5e4e91" /><Relationship Type="http://schemas.openxmlformats.org/officeDocument/2006/relationships/notesMaster" Target="/ppt/notesMasters/notesMaster1.xml" Id="R326304e3840a4f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4a4fb855134597" /><Relationship Type="http://schemas.openxmlformats.org/officeDocument/2006/relationships/notesMaster" Target="/ppt/notesMasters/notesMaster1.xml" Id="Rf7aa67d45a264f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4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4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4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4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4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4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4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4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fa8358604549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c56e8db00f4f05" /><Relationship Type="http://schemas.openxmlformats.org/officeDocument/2006/relationships/slideLayout" Target="/ppt/slideLayouts/slideLayout1.xml" Id="R0a38d739753c41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38d739753c41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46e2999c441ce" /><Relationship Type="http://schemas.openxmlformats.org/officeDocument/2006/relationships/image" Target="/ppt/media/image.jpeg" Id="Rb1ecabcac4e8495f" /><Relationship Type="http://schemas.openxmlformats.org/officeDocument/2006/relationships/notesSlide" Target="/ppt/notesSlides/notesSlide1.xml" Id="R4742f85d9e3647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0de84dd2b4a43" /><Relationship Type="http://schemas.openxmlformats.org/officeDocument/2006/relationships/notesSlide" Target="/ppt/notesSlides/notesSlide2.xml" Id="Re6ef4dd184554a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1bb44550242e0" /><Relationship Type="http://schemas.openxmlformats.org/officeDocument/2006/relationships/image" Target="/ppt/media/image2.jpeg" Id="Rfb34a51828bd4dd8" /><Relationship Type="http://schemas.openxmlformats.org/officeDocument/2006/relationships/notesSlide" Target="/ppt/notesSlides/notesSlide3.xml" Id="R2d259d1e84424a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2a932ac1248cb" /><Relationship Type="http://schemas.openxmlformats.org/officeDocument/2006/relationships/image" Target="/ppt/media/image.png" Id="R3b11842b13c9463b" /><Relationship Type="http://schemas.openxmlformats.org/officeDocument/2006/relationships/notesSlide" Target="/ppt/notesSlides/notesSlide4.xml" Id="Rea18057138574c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fa9d644b24a1b" /><Relationship Type="http://schemas.openxmlformats.org/officeDocument/2006/relationships/image" Target="/ppt/media/image3.jpeg" Id="Rf3de1b4cc2104afd" /><Relationship Type="http://schemas.openxmlformats.org/officeDocument/2006/relationships/notesSlide" Target="/ppt/notesSlides/notesSlide5.xml" Id="R54af5c30bbfd4b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34a56616a4b15" /><Relationship Type="http://schemas.openxmlformats.org/officeDocument/2006/relationships/notesSlide" Target="/ppt/notesSlides/notesSlide6.xml" Id="R5ea0d798e09f49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bf43cfa814835" /><Relationship Type="http://schemas.openxmlformats.org/officeDocument/2006/relationships/notesSlide" Target="/ppt/notesSlides/notesSlide7.xml" Id="Ra0a69c0d60d749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dd933859b46c9" /><Relationship Type="http://schemas.openxmlformats.org/officeDocument/2006/relationships/image" Target="/ppt/media/image4.jpeg" Id="R138a820eee4b4b3c" /><Relationship Type="http://schemas.openxmlformats.org/officeDocument/2006/relationships/notesSlide" Target="/ppt/notesSlides/notesSlide8.xml" Id="R23b718f9a74c46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Engineered wood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FOOTSTOOL · 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170F6-20C2-4771-AEE4-6AB6F3C9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28650"/>
            <a:ext cx="5429250" cy="5295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YOU BEGIN</a:t>
            </a:r>
          </a:p>
          <a:p xmlns:a="http://schemas.openxmlformats.org/drawingml/2006/main">
            <a:r>
              <a:t>What do you already know—and what evidence would prove it?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cabcac4e8495f"/>
          <a:srcRect xmlns:a="http://schemas.openxmlformats.org/drawingml/2006/main" l="0" t="1010" r="0" b="10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628650"/>
            <a:ext cx="5429250" cy="5295900"/>
          </a:xfrm>
          <a:prstGeom xmlns:a="http://schemas.openxmlformats.org/drawingml/2006/main" prst="roundRect">
            <a:avLst>
              <a:gd name="adj" fmla="val 215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know—and what evidence would prove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ideas build one evidence trail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The engineered-wood idea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Manufactured or engineered wood products are made by combining wood layers, particles or fibres through controlled…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Layers, particles and fibres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Plywood is made from thin sheets of wood called veneers.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3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Responsible material comparison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 responsible material comparison begins with the intended use and the teacher-provided project requirements.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understanding → safe application → evidence you can explain.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The engineered-wood idea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32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Manufactured or engineered wood products are made by combining wood layers, particles or fibres through controlled…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33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Plywood is made from thin wood layers bonded together, usually with the grain direction changing between neighbouri…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A material decision should consider the product structure, visible condition, surface, edges and teacher-provided p…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4a51828bd4dd8"/>
          <a:srcRect xmlns:a="http://schemas.openxmlformats.org/drawingml/2006/main" l="0" t="12198" r="0" b="12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 example can suggest possibilities, but the user need should control your design.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Layers, particles and fibres</a:t>
            </a:r>
          </a:p>
        </p:txBody>
      </p:sp>
      <p:cxnSp>
        <p:nvCxnSpPr>
          <p:cNvPr id="29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Plywood is made from thin sheets of wood called veneers.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51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Particleboard is made from wood particles combined with adhesive and formed into a board.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Medium-density fibreboard, commonly called MDF, is made from fine wood fibres combined with adhesive.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1842b13c9463b"/>
          <a:srcRect xmlns:a="http://schemas.openxmlformats.org/drawingml/2006/main" l="179" t="0" r="1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Eye protection is a final protective layer, not a replacement for safer processes and secure work.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Responsible material comparison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57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 responsible material comparison begins with the intended use and the teacher-provided project requirements.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99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Workability describes how a material responds to approved shaping, joining and finishing processes.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Resource use is another part of responsible comparison.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e1b4cc2104afd"/>
          <a:srcRect xmlns:a="http://schemas.openxmlformats.org/drawingml/2006/main" l="0" t="12198" r="0" b="12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Compare Radiata pine's natural grain with MDF's uniform face and fine fibre edge.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Pause and check what you can explain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“The engineered-wood idea”?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85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“Layers, particles and fibres”?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“Responsible material comparison”?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jot one clear sentence for each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question asking?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Return to the precise theory.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idea to your evidence.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Answer every part in your own words.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15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Compare plywood, particleboard and MDF by describing the wood elements used in each, then explain why product structure must be matched to project requirements.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Plywood uses ___, particleboard uses ___, and MDF uses ___. This matters because 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prove what you learned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idea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Identify the evidence you will save.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State your next safe, accurate action.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a820eee4b4b3c"/>
          <a:srcRect xmlns:a="http://schemas.openxmlformats.org/drawingml/2006/main" l="11975" t="0" r="119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2026-08-15T04:02:12.8940000Z</dcterms:created>
  <dcterms:modified xsi:type="dcterms:W3CDTF">2026-08-15T04:02:12.8940000Z</dcterms:modified>
</coreProperties>
</file>