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1d9e1bd00a4ee7" /><Relationship Type="http://schemas.openxmlformats.org/officeDocument/2006/relationships/extended-properties" Target="/docProps/app.xml" Id="Rc4407b7b19c7470b" /><Relationship Type="http://schemas.openxmlformats.org/officeDocument/2006/relationships/officeDocument" Target="/ppt/presentation.xml" Id="R4ef0a34833a345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7bc4213bea4a2f"/>
  </p:sldMasterIdLst>
  <p:notesMasterIdLst>
    <p:notesMasterId xmlns:r="http://schemas.openxmlformats.org/officeDocument/2006/relationships" r:id="R44d228262d374235"/>
  </p:notesMasterIdLst>
  <p:sldIdLst>
    <p:sldId xmlns:r="http://schemas.openxmlformats.org/officeDocument/2006/relationships" id="256" r:id="R6c2378c929e54510"/>
    <p:sldId xmlns:r="http://schemas.openxmlformats.org/officeDocument/2006/relationships" id="257" r:id="Rdf7dbf4488e140b9"/>
    <p:sldId xmlns:r="http://schemas.openxmlformats.org/officeDocument/2006/relationships" id="258" r:id="R0c781411e66647c7"/>
    <p:sldId xmlns:r="http://schemas.openxmlformats.org/officeDocument/2006/relationships" id="259" r:id="R2318a7894d8b4fad"/>
    <p:sldId xmlns:r="http://schemas.openxmlformats.org/officeDocument/2006/relationships" id="260" r:id="Ra91a3f61929a481a"/>
    <p:sldId xmlns:r="http://schemas.openxmlformats.org/officeDocument/2006/relationships" id="261" r:id="R3def4b0ca04b43f1"/>
    <p:sldId xmlns:r="http://schemas.openxmlformats.org/officeDocument/2006/relationships" id="262" r:id="R99533de670194fb0"/>
    <p:sldId xmlns:r="http://schemas.openxmlformats.org/officeDocument/2006/relationships" id="263" r:id="R9975e37faf4541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3f638a7d8a4d78" /><Relationship Type="http://schemas.openxmlformats.org/officeDocument/2006/relationships/slideMaster" Target="/ppt/slideMasters/slideMaster1.xml" Id="R967bc4213bea4a2f" /><Relationship Type="http://schemas.openxmlformats.org/officeDocument/2006/relationships/notesMaster" Target="/ppt/notesMasters/notesMaster1.xml" Id="R44d228262d374235" /><Relationship Type="http://schemas.openxmlformats.org/officeDocument/2006/relationships/presProps" Target="/ppt/presProps.xml" Id="R4ea3fc2849f845e1" /><Relationship Type="http://schemas.openxmlformats.org/officeDocument/2006/relationships/tableStyles" Target="/ppt/tableStyles.xml" Id="R412a1f73f9e64dab" /><Relationship Type="http://schemas.openxmlformats.org/officeDocument/2006/relationships/slide" Target="/ppt/slides/slide1.xml" Id="R6c2378c929e54510" /><Relationship Type="http://schemas.openxmlformats.org/officeDocument/2006/relationships/slide" Target="/ppt/slides/slide2.xml" Id="Rdf7dbf4488e140b9" /><Relationship Type="http://schemas.openxmlformats.org/officeDocument/2006/relationships/slide" Target="/ppt/slides/slide3.xml" Id="R0c781411e66647c7" /><Relationship Type="http://schemas.openxmlformats.org/officeDocument/2006/relationships/slide" Target="/ppt/slides/slide4.xml" Id="R2318a7894d8b4fad" /><Relationship Type="http://schemas.openxmlformats.org/officeDocument/2006/relationships/slide" Target="/ppt/slides/slide5.xml" Id="Ra91a3f61929a481a" /><Relationship Type="http://schemas.openxmlformats.org/officeDocument/2006/relationships/slide" Target="/ppt/slides/slide6.xml" Id="R3def4b0ca04b43f1" /><Relationship Type="http://schemas.openxmlformats.org/officeDocument/2006/relationships/slide" Target="/ppt/slides/slide7.xml" Id="R99533de670194fb0" /><Relationship Type="http://schemas.openxmlformats.org/officeDocument/2006/relationships/slide" Target="/ppt/slides/slide8.xml" Id="R9975e37faf4541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a4d360f2a44c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0627c08bb449b1" /><Relationship Type="http://schemas.openxmlformats.org/officeDocument/2006/relationships/notesMaster" Target="/ppt/notesMasters/notesMaster1.xml" Id="R51515ecfa62f4b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8f9a649c7e4d44" /><Relationship Type="http://schemas.openxmlformats.org/officeDocument/2006/relationships/notesMaster" Target="/ppt/notesMasters/notesMaster1.xml" Id="Reb176b6a97a140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0204615ba847e6" /><Relationship Type="http://schemas.openxmlformats.org/officeDocument/2006/relationships/notesMaster" Target="/ppt/notesMasters/notesMaster1.xml" Id="Rd5299fd2f2c641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e5b566278b4927" /><Relationship Type="http://schemas.openxmlformats.org/officeDocument/2006/relationships/notesMaster" Target="/ppt/notesMasters/notesMaster1.xml" Id="R7b33ca5727244e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a43dabfa574f37" /><Relationship Type="http://schemas.openxmlformats.org/officeDocument/2006/relationships/notesMaster" Target="/ppt/notesMasters/notesMaster1.xml" Id="Re38687b6831240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c57d5ac19b40c2" /><Relationship Type="http://schemas.openxmlformats.org/officeDocument/2006/relationships/notesMaster" Target="/ppt/notesMasters/notesMaster1.xml" Id="Rcd50dc217d4549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9dab49c2db4351" /><Relationship Type="http://schemas.openxmlformats.org/officeDocument/2006/relationships/notesMaster" Target="/ppt/notesMasters/notesMaster1.xml" Id="R1bff6ef98dae4a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e93f10b59541b3" /><Relationship Type="http://schemas.openxmlformats.org/officeDocument/2006/relationships/notesMaster" Target="/ppt/notesMasters/notesMaster1.xml" Id="Rb43c74e89ce74b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9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9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9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9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9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9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9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9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8e4291780e4b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6de494077442bf" /><Relationship Type="http://schemas.openxmlformats.org/officeDocument/2006/relationships/slideLayout" Target="/ppt/slideLayouts/slideLayout1.xml" Id="Rf3bd385b08404a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bd385b08404a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5c05e2c6345f3" /><Relationship Type="http://schemas.openxmlformats.org/officeDocument/2006/relationships/image" Target="/ppt/media/image.jpeg" Id="Rf8da0815cac9453f" /><Relationship Type="http://schemas.openxmlformats.org/officeDocument/2006/relationships/notesSlide" Target="/ppt/notesSlides/notesSlide1.xml" Id="Rdd4931e4d34f4b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0b8a9b96a4322" /><Relationship Type="http://schemas.openxmlformats.org/officeDocument/2006/relationships/notesSlide" Target="/ppt/notesSlides/notesSlide2.xml" Id="R6a3b1bcb618441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e2d797d604f29" /><Relationship Type="http://schemas.openxmlformats.org/officeDocument/2006/relationships/image" Target="/ppt/media/image2.jpeg" Id="R5d66a4963a414eec" /><Relationship Type="http://schemas.openxmlformats.org/officeDocument/2006/relationships/notesSlide" Target="/ppt/notesSlides/notesSlide3.xml" Id="Rcb872d46b49048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9520cf5974c13" /><Relationship Type="http://schemas.openxmlformats.org/officeDocument/2006/relationships/image" Target="/ppt/media/image3.jpeg" Id="Rf37eff8e75bb476a" /><Relationship Type="http://schemas.openxmlformats.org/officeDocument/2006/relationships/notesSlide" Target="/ppt/notesSlides/notesSlide4.xml" Id="R37f365301c964b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f29f39df24a0f" /><Relationship Type="http://schemas.openxmlformats.org/officeDocument/2006/relationships/image" Target="/ppt/media/image4.jpeg" Id="R43010d11dbe241e3" /><Relationship Type="http://schemas.openxmlformats.org/officeDocument/2006/relationships/notesSlide" Target="/ppt/notesSlides/notesSlide5.xml" Id="R20b8065d9ec845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f1380fb4d4ca1" /><Relationship Type="http://schemas.openxmlformats.org/officeDocument/2006/relationships/notesSlide" Target="/ppt/notesSlides/notesSlide6.xml" Id="R6297d284961f4b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1f642fee54b4d" /><Relationship Type="http://schemas.openxmlformats.org/officeDocument/2006/relationships/notesSlide" Target="/ppt/notesSlides/notesSlide7.xml" Id="R637544a1ac824c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8931c0965429e" /><Relationship Type="http://schemas.openxmlformats.org/officeDocument/2006/relationships/image" Target="/ppt/media/image5.jpeg" Id="Redb9f9d554a64d4d" /><Relationship Type="http://schemas.openxmlformats.org/officeDocument/2006/relationships/notesSlide" Target="/ppt/notesSlides/notesSlide8.xml" Id="Rb4d826dc600649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Function and testing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Read the theory, check your understanding and save your own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FOOTSTOOL · MODULE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C5B55-F07E-4B51-A25F-F034696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DF89C-E009-4F90-A84B-B866326C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628650"/>
            <a:ext cx="5429250" cy="52959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YOU BEGIN</a:t>
            </a:r>
          </a:p>
          <a:p xmlns:a="http://schemas.openxmlformats.org/drawingml/2006/main">
            <a:r>
              <a:t>What do you already know—and what evidence would prove it?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da0815cac9453f"/>
          <a:srcRect xmlns:a="http://schemas.openxmlformats.org/drawingml/2006/main" l="0" t="1010" r="0" b="10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375" y="628650"/>
            <a:ext cx="5429250" cy="5295900"/>
          </a:xfrm>
          <a:prstGeom xmlns:a="http://schemas.openxmlformats.org/drawingml/2006/main" prst="roundRect">
            <a:avLst>
              <a:gd name="adj" fmla="val 215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F5FE7-ECD3-4151-887C-C288444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do you already know—and what evidence would prove it?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47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Three ideas build one evidence trail</a:t>
            </a:r>
          </a:p>
        </p:txBody>
      </p:sp>
      <p:cxnSp>
        <p:nvCxnSpPr>
          <p:cNvPr id="28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Function vocabulary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Function describes how well a product performs its intended purpose.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Testing with evidence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 fair functional judgement begins by naming the criterion being considered.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Planning a functional improvement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 functional improvement should begin with one limitation supported by evidence.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59F23-A0CC-49B4-83D4-61338C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Move from understanding → safe application → evidence you can explain.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41D7B-C927-40EF-AD75-001986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18902-0D60-4955-BF78-64D12E5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44523-F8E9-4C62-A984-9A5A63D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Function vocabulary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Function describes how well a product performs its intended purpose.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Stable means resisting unwanted movement during intended use.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92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Efficient means achieving the intended result without unnecessary use of time, effort or resources.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Save a labelled note or response that explains what you learned.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B4463-5DC9-4BB4-9AEB-C31EFF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285C7-4067-4681-8840-E1A99A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6a4963a414eec"/>
          <a:srcRect xmlns:a="http://schemas.openxmlformats.org/drawingml/2006/main" l="0" t="12198" r="0" b="121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C32CF-C64C-40B2-BBC3-02D81A1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 example can suggest possibilities, but the user need should control your design.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Testing with evidence</a:t>
            </a:r>
          </a:p>
        </p:txBody>
      </p:sp>
      <p:cxnSp>
        <p:nvCxnSpPr>
          <p:cNvPr id="29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A fair functional judgement begins by naming the criterion being considered.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The check or observation must match the chosen criterion and follow teacher direction.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Record what happened using specific, objective language.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14AF4-30E2-4AAF-9DB0-9EE8998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D4C34-16B4-4863-9EB2-19E75D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eff8e75bb476a"/>
          <a:srcRect xmlns:a="http://schemas.openxmlformats.org/drawingml/2006/main" l="0" t="12366" r="0" b="123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DDA1C-B9EE-4BC9-B3C5-1D15F9C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Eye protection is a final protective layer, not a replacement for safer processes and secure work.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Planning a functional improvement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A functional improvement should begin with one limitation supported by evidence.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A proposed improvement should respond directly to the evidenced limitation.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Predict how the proposed improvement may affect function by linking it to the selected criterion.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Save a labelled note or response that explains what you learned.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B54A6-2AD6-4294-B051-E413DFD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58BBD-B043-4046-9981-CD40880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10d11dbe241e3"/>
          <a:srcRect xmlns:a="http://schemas.openxmlformats.org/drawingml/2006/main" l="0" t="12366" r="0" b="123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AF138-E39A-45A4-98C7-44449B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Compare Radiata pine's natural grain with MDF's uniform face and fine fibre edge.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Pause and check what you can explain</a:t>
            </a:r>
          </a:p>
        </p:txBody>
      </p:sp>
      <p:cxnSp>
        <p:nvCxnSpPr>
          <p:cNvPr id="28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“Function vocabulary”?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“Testing with evidence”?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14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“Planning a functional improvement”?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13189-640C-4F85-A57E-A01655E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jot one clear sentence for each question.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D1ED7-12CC-4D64-A46D-642B39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12AAD-9DD8-49E7-BBD2-BF2FE6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C6842-406E-4A43-904C-0BFF509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shows your thinking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question asking?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Return to the precise theory.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idea to your evidence.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Answer every part in your own words.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FDF2A-7606-4595-951B-4CFE3B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61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Use at least three function terms to explain what evidence would be needed before making claims about a product's performance.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625C6-A9E5-4E32-8BDC-7B1DB61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5150D-E39C-4861-A904-435C147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A2E4B-8FE2-4D98-A3C8-FE5982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B1F36-8E4F-492E-A852-62EBE0D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AF333-CFAB-40EC-88E6-3EBDA68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932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To describe the product as ___, I would need evidence that ___. To describe it as ___, I would check ___. I cannot yet claim ___ because ___.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prove what you learned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idea you can now explain.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Identify the evidence you will save.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State your next safe, accurate action.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9f9d554a64d4d"/>
          <a:srcRect xmlns:a="http://schemas.openxmlformats.org/drawingml/2006/main" l="11806" t="0" r="118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2026-08-15T04:02:17.4680000Z</dcterms:created>
  <dcterms:modified xsi:type="dcterms:W3CDTF">2026-08-15T04:02:17.4680000Z</dcterms:modified>
</coreProperties>
</file>