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f2bae02fd4e84" /><Relationship Type="http://schemas.openxmlformats.org/officeDocument/2006/relationships/extended-properties" Target="/docProps/app.xml" Id="R9121e46849434e02" /><Relationship Type="http://schemas.openxmlformats.org/officeDocument/2006/relationships/officeDocument" Target="/ppt/presentation.xml" Id="Rf04182d6eb3b45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1d2ac4f3ca4d83"/>
  </p:sldMasterIdLst>
  <p:notesMasterIdLst>
    <p:notesMasterId xmlns:r="http://schemas.openxmlformats.org/officeDocument/2006/relationships" r:id="Rcaf992c287da43bd"/>
  </p:notesMasterIdLst>
  <p:sldIdLst>
    <p:sldId xmlns:r="http://schemas.openxmlformats.org/officeDocument/2006/relationships" id="256" r:id="R3aca376874754412"/>
    <p:sldId xmlns:r="http://schemas.openxmlformats.org/officeDocument/2006/relationships" id="257" r:id="Rc6e289bf047e462b"/>
    <p:sldId xmlns:r="http://schemas.openxmlformats.org/officeDocument/2006/relationships" id="258" r:id="R160a0b9dbbe245ac"/>
    <p:sldId xmlns:r="http://schemas.openxmlformats.org/officeDocument/2006/relationships" id="259" r:id="R906304b55f054fc5"/>
    <p:sldId xmlns:r="http://schemas.openxmlformats.org/officeDocument/2006/relationships" id="260" r:id="Rdcd4e4c3045449b6"/>
    <p:sldId xmlns:r="http://schemas.openxmlformats.org/officeDocument/2006/relationships" id="261" r:id="R1d70557b9bde4a72"/>
    <p:sldId xmlns:r="http://schemas.openxmlformats.org/officeDocument/2006/relationships" id="262" r:id="R3f79161a561d47e4"/>
    <p:sldId xmlns:r="http://schemas.openxmlformats.org/officeDocument/2006/relationships" id="263" r:id="R2ad5858f232f4d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57e52126f4d76" /><Relationship Type="http://schemas.openxmlformats.org/officeDocument/2006/relationships/slideMaster" Target="/ppt/slideMasters/slideMaster1.xml" Id="Rfd1d2ac4f3ca4d83" /><Relationship Type="http://schemas.openxmlformats.org/officeDocument/2006/relationships/notesMaster" Target="/ppt/notesMasters/notesMaster1.xml" Id="Rcaf992c287da43bd" /><Relationship Type="http://schemas.openxmlformats.org/officeDocument/2006/relationships/presProps" Target="/ppt/presProps.xml" Id="R4c6df678b0f7403d" /><Relationship Type="http://schemas.openxmlformats.org/officeDocument/2006/relationships/tableStyles" Target="/ppt/tableStyles.xml" Id="Re30c8c5e3be24c17" /><Relationship Type="http://schemas.openxmlformats.org/officeDocument/2006/relationships/slide" Target="/ppt/slides/slide1.xml" Id="R3aca376874754412" /><Relationship Type="http://schemas.openxmlformats.org/officeDocument/2006/relationships/slide" Target="/ppt/slides/slide2.xml" Id="Rc6e289bf047e462b" /><Relationship Type="http://schemas.openxmlformats.org/officeDocument/2006/relationships/slide" Target="/ppt/slides/slide3.xml" Id="R160a0b9dbbe245ac" /><Relationship Type="http://schemas.openxmlformats.org/officeDocument/2006/relationships/slide" Target="/ppt/slides/slide4.xml" Id="R906304b55f054fc5" /><Relationship Type="http://schemas.openxmlformats.org/officeDocument/2006/relationships/slide" Target="/ppt/slides/slide5.xml" Id="Rdcd4e4c3045449b6" /><Relationship Type="http://schemas.openxmlformats.org/officeDocument/2006/relationships/slide" Target="/ppt/slides/slide6.xml" Id="R1d70557b9bde4a72" /><Relationship Type="http://schemas.openxmlformats.org/officeDocument/2006/relationships/slide" Target="/ppt/slides/slide7.xml" Id="R3f79161a561d47e4" /><Relationship Type="http://schemas.openxmlformats.org/officeDocument/2006/relationships/slide" Target="/ppt/slides/slide8.xml" Id="R2ad5858f232f4d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e85e63491b44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b42883ffb144ea" /><Relationship Type="http://schemas.openxmlformats.org/officeDocument/2006/relationships/notesMaster" Target="/ppt/notesMasters/notesMaster1.xml" Id="R94ffb1413e3e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59de0d89f42f6" /><Relationship Type="http://schemas.openxmlformats.org/officeDocument/2006/relationships/notesMaster" Target="/ppt/notesMasters/notesMaster1.xml" Id="Ra113430a0fdc46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231201f37411e" /><Relationship Type="http://schemas.openxmlformats.org/officeDocument/2006/relationships/notesMaster" Target="/ppt/notesMasters/notesMaster1.xml" Id="Ra658e3fe2326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d117e29e5541d7" /><Relationship Type="http://schemas.openxmlformats.org/officeDocument/2006/relationships/notesMaster" Target="/ppt/notesMasters/notesMaster1.xml" Id="Re906914e133443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680e8117646e3" /><Relationship Type="http://schemas.openxmlformats.org/officeDocument/2006/relationships/notesMaster" Target="/ppt/notesMasters/notesMaster1.xml" Id="Rb167a89477b8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516c9c3444517" /><Relationship Type="http://schemas.openxmlformats.org/officeDocument/2006/relationships/notesMaster" Target="/ppt/notesMasters/notesMaster1.xml" Id="R3c608d98ca57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411a27f6134be9" /><Relationship Type="http://schemas.openxmlformats.org/officeDocument/2006/relationships/notesMaster" Target="/ppt/notesMasters/notesMaster1.xml" Id="Rf8213d5216214a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7237a33e8a4174" /><Relationship Type="http://schemas.openxmlformats.org/officeDocument/2006/relationships/notesMaster" Target="/ppt/notesMasters/notesMaster1.xml" Id="Rf88b8eb24778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2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847dc212349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9385e0eaa74627" /><Relationship Type="http://schemas.openxmlformats.org/officeDocument/2006/relationships/slideLayout" Target="/ppt/slideLayouts/slideLayout1.xml" Id="Rc8a846ed3d384e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846ed3d384e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3b6bb81ab4fc4" /><Relationship Type="http://schemas.openxmlformats.org/officeDocument/2006/relationships/image" Target="/ppt/media/image.jpeg" Id="R1715593bee2c4a6e" /><Relationship Type="http://schemas.openxmlformats.org/officeDocument/2006/relationships/notesSlide" Target="/ppt/notesSlides/notesSlide1.xml" Id="R49e5ab1f36894a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c79e14754584" /><Relationship Type="http://schemas.openxmlformats.org/officeDocument/2006/relationships/notesSlide" Target="/ppt/notesSlides/notesSlide2.xml" Id="R16c236cc6d68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c6a8af2fa4c81" /><Relationship Type="http://schemas.openxmlformats.org/officeDocument/2006/relationships/image" Target="/ppt/media/image2.jpeg" Id="R164f8573ad72452d" /><Relationship Type="http://schemas.openxmlformats.org/officeDocument/2006/relationships/notesSlide" Target="/ppt/notesSlides/notesSlide3.xml" Id="Rd99b68c1c2ca41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5f44dbbc6489a" /><Relationship Type="http://schemas.openxmlformats.org/officeDocument/2006/relationships/image" Target="/ppt/media/image3.jpeg" Id="R37e9e99bbc9f4a54" /><Relationship Type="http://schemas.openxmlformats.org/officeDocument/2006/relationships/notesSlide" Target="/ppt/notesSlides/notesSlide4.xml" Id="R96402dde54964b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671ff33744864" /><Relationship Type="http://schemas.openxmlformats.org/officeDocument/2006/relationships/image" Target="/ppt/media/image4.jpeg" Id="Rdd0634e08226459e" /><Relationship Type="http://schemas.openxmlformats.org/officeDocument/2006/relationships/notesSlide" Target="/ppt/notesSlides/notesSlide5.xml" Id="R8787a43a488243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fae3ffd2845ba" /><Relationship Type="http://schemas.openxmlformats.org/officeDocument/2006/relationships/notesSlide" Target="/ppt/notesSlides/notesSlide6.xml" Id="R1397831544a84b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d5fffc714a9f" /><Relationship Type="http://schemas.openxmlformats.org/officeDocument/2006/relationships/notesSlide" Target="/ppt/notesSlides/notesSlide7.xml" Id="R370004acae2d42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dc88b7b9f460c" /><Relationship Type="http://schemas.openxmlformats.org/officeDocument/2006/relationships/image" Target="/ppt/media/image5.jpeg" Id="R7f184c1b269b4896" /><Relationship Type="http://schemas.openxmlformats.org/officeDocument/2006/relationships/notesSlide" Target="/ppt/notesSlides/notesSlide8.xml" Id="R781ddb76522549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00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Tools and accurate references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D165D-A904-4C26-AC9D-435AB3B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5593bee2c4a6e"/>
          <a:srcRect xmlns:a="http://schemas.openxmlformats.org/drawingml/2006/main" l="0" t="1228" r="0" b="1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Tool recognition and broad purpose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Tool recognition begins with using the approved name rather than guessing from shape, colour or size.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Measuring and marking references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Accurate work begins with the correct reference.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Safe tool decisions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safe tool decision begins before anything is used.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Tool recognition and broad purpose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75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Tool recognition begins with using the approved name rather than guessing from shape, colour or size.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7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Recognising a tool also means knowing its broad purpose without assuming how it should be operated.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Correct selection links three things: the approved tool name, its broad purpose and the specific task information p…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f8573ad72452d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Measuring and marking references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Accurate work begins with the correct reference.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Measuring means finding or setting a required distance using a teacher-approved measuring tool.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Checking means comparing the marked information with the written plan and teacher direction before treating it as c…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9e99bbc9f4a54"/>
          <a:srcRect xmlns:a="http://schemas.openxmlformats.org/drawingml/2006/main" l="0" t="1925" r="0" b="19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Safe tool decisions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safe tool decision begins before anything is used.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2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Before tool use, check that you have teacher authorisation and that the current school SOP applies to the planned a…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Safe decisions also depend on what is happening nearby.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634e08226459e"/>
          <a:srcRect xmlns:a="http://schemas.openxmlformats.org/drawingml/2006/main" l="20354" t="0" r="203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00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“Tool recognition and broad purpose”?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“Measuring and marking references”?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“Safe tool decisions”?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13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a student should identify whether a named workshop tool may suit a teacher-provided task without describing how to operate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4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tool is called ___, and its broad purpose is ___. It may suit the task because ___, but the student must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84c1b269b4896"/>
          <a:srcRect xmlns:a="http://schemas.openxmlformats.org/drawingml/2006/main" l="32955" t="0" r="32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2026-08-15T04:02:10.7450000Z</dcterms:created>
  <dcterms:modified xsi:type="dcterms:W3CDTF">2026-08-15T04:02:10.7450000Z</dcterms:modified>
</coreProperties>
</file>