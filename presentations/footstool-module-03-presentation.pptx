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512334bfa743b0" /><Relationship Type="http://schemas.openxmlformats.org/officeDocument/2006/relationships/extended-properties" Target="/docProps/app.xml" Id="R54c9f81b90844d3e" /><Relationship Type="http://schemas.openxmlformats.org/officeDocument/2006/relationships/officeDocument" Target="/ppt/presentation.xml" Id="R3249ca14c9e446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45011e1304996"/>
  </p:sldMasterIdLst>
  <p:notesMasterIdLst>
    <p:notesMasterId xmlns:r="http://schemas.openxmlformats.org/officeDocument/2006/relationships" r:id="Rbab58bea712b4788"/>
  </p:notesMasterIdLst>
  <p:sldIdLst>
    <p:sldId xmlns:r="http://schemas.openxmlformats.org/officeDocument/2006/relationships" id="256" r:id="R96a7d1e6b71f4ae2"/>
    <p:sldId xmlns:r="http://schemas.openxmlformats.org/officeDocument/2006/relationships" id="257" r:id="Ra1d2019926db40d9"/>
    <p:sldId xmlns:r="http://schemas.openxmlformats.org/officeDocument/2006/relationships" id="258" r:id="Rc2df815ec03e4c56"/>
    <p:sldId xmlns:r="http://schemas.openxmlformats.org/officeDocument/2006/relationships" id="259" r:id="R32ee86cb211b4b8d"/>
    <p:sldId xmlns:r="http://schemas.openxmlformats.org/officeDocument/2006/relationships" id="260" r:id="Rb4355b105b944f8a"/>
    <p:sldId xmlns:r="http://schemas.openxmlformats.org/officeDocument/2006/relationships" id="261" r:id="R71a16df2f24e478d"/>
    <p:sldId xmlns:r="http://schemas.openxmlformats.org/officeDocument/2006/relationships" id="262" r:id="Ra783df656c31459f"/>
    <p:sldId xmlns:r="http://schemas.openxmlformats.org/officeDocument/2006/relationships" id="263" r:id="Rf246723ce5c144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257762480a4a25" /><Relationship Type="http://schemas.openxmlformats.org/officeDocument/2006/relationships/slideMaster" Target="/ppt/slideMasters/slideMaster1.xml" Id="Rf2645011e1304996" /><Relationship Type="http://schemas.openxmlformats.org/officeDocument/2006/relationships/notesMaster" Target="/ppt/notesMasters/notesMaster1.xml" Id="Rbab58bea712b4788" /><Relationship Type="http://schemas.openxmlformats.org/officeDocument/2006/relationships/presProps" Target="/ppt/presProps.xml" Id="Raef2594e2f734e23" /><Relationship Type="http://schemas.openxmlformats.org/officeDocument/2006/relationships/tableStyles" Target="/ppt/tableStyles.xml" Id="Re92cfe9e0ddd40b5" /><Relationship Type="http://schemas.openxmlformats.org/officeDocument/2006/relationships/slide" Target="/ppt/slides/slide1.xml" Id="R96a7d1e6b71f4ae2" /><Relationship Type="http://schemas.openxmlformats.org/officeDocument/2006/relationships/slide" Target="/ppt/slides/slide2.xml" Id="Ra1d2019926db40d9" /><Relationship Type="http://schemas.openxmlformats.org/officeDocument/2006/relationships/slide" Target="/ppt/slides/slide3.xml" Id="Rc2df815ec03e4c56" /><Relationship Type="http://schemas.openxmlformats.org/officeDocument/2006/relationships/slide" Target="/ppt/slides/slide4.xml" Id="R32ee86cb211b4b8d" /><Relationship Type="http://schemas.openxmlformats.org/officeDocument/2006/relationships/slide" Target="/ppt/slides/slide5.xml" Id="Rb4355b105b944f8a" /><Relationship Type="http://schemas.openxmlformats.org/officeDocument/2006/relationships/slide" Target="/ppt/slides/slide6.xml" Id="R71a16df2f24e478d" /><Relationship Type="http://schemas.openxmlformats.org/officeDocument/2006/relationships/slide" Target="/ppt/slides/slide7.xml" Id="Ra783df656c31459f" /><Relationship Type="http://schemas.openxmlformats.org/officeDocument/2006/relationships/slide" Target="/ppt/slides/slide8.xml" Id="Rf246723ce5c1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893d6fd4724f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90a8897af2435e" /><Relationship Type="http://schemas.openxmlformats.org/officeDocument/2006/relationships/notesMaster" Target="/ppt/notesMasters/notesMaster1.xml" Id="Ra5e338abb7b74a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8c9c7af4194fa9" /><Relationship Type="http://schemas.openxmlformats.org/officeDocument/2006/relationships/notesMaster" Target="/ppt/notesMasters/notesMaster1.xml" Id="R8a672246f23746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ab9451d81b4307" /><Relationship Type="http://schemas.openxmlformats.org/officeDocument/2006/relationships/notesMaster" Target="/ppt/notesMasters/notesMaster1.xml" Id="Re0c81bda36a34e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30a76fed7e4ca8" /><Relationship Type="http://schemas.openxmlformats.org/officeDocument/2006/relationships/notesMaster" Target="/ppt/notesMasters/notesMaster1.xml" Id="R7ca4256accdc45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ec582809f54edd" /><Relationship Type="http://schemas.openxmlformats.org/officeDocument/2006/relationships/notesMaster" Target="/ppt/notesMasters/notesMaster1.xml" Id="Rbc2c19e6bec348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c8fe3afc04db1" /><Relationship Type="http://schemas.openxmlformats.org/officeDocument/2006/relationships/notesMaster" Target="/ppt/notesMasters/notesMaster1.xml" Id="Rcfb1c54327d749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dc11e09af54c46" /><Relationship Type="http://schemas.openxmlformats.org/officeDocument/2006/relationships/notesMaster" Target="/ppt/notesMasters/notesMaster1.xml" Id="R7f2f75ba5f1247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bd4262445946df" /><Relationship Type="http://schemas.openxmlformats.org/officeDocument/2006/relationships/notesMaster" Target="/ppt/notesMasters/notesMaster1.xml" Id="R6e914a67137c40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3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3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3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3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3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3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3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3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e5c1c984546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b11d4db6d648e9" /><Relationship Type="http://schemas.openxmlformats.org/officeDocument/2006/relationships/slideLayout" Target="/ppt/slideLayouts/slideLayout1.xml" Id="R4b9f2c29e90740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9f2c29e90740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0a7f2adf74697" /><Relationship Type="http://schemas.openxmlformats.org/officeDocument/2006/relationships/image" Target="/ppt/media/image.jpeg" Id="R879b4bb3f9294956" /><Relationship Type="http://schemas.openxmlformats.org/officeDocument/2006/relationships/notesSlide" Target="/ppt/notesSlides/notesSlide1.xml" Id="R186aaaed3d1540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606d3d3784c82" /><Relationship Type="http://schemas.openxmlformats.org/officeDocument/2006/relationships/notesSlide" Target="/ppt/notesSlides/notesSlide2.xml" Id="R53a044108f644c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526a4481e49a5" /><Relationship Type="http://schemas.openxmlformats.org/officeDocument/2006/relationships/image" Target="/ppt/media/image2.jpeg" Id="R42487dcf2ce04fe3" /><Relationship Type="http://schemas.openxmlformats.org/officeDocument/2006/relationships/notesSlide" Target="/ppt/notesSlides/notesSlide3.xml" Id="R238a5cb9499e47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7b768efed4314" /><Relationship Type="http://schemas.openxmlformats.org/officeDocument/2006/relationships/image" Target="/ppt/media/image3.jpeg" Id="R56b329d3f7894a23" /><Relationship Type="http://schemas.openxmlformats.org/officeDocument/2006/relationships/notesSlide" Target="/ppt/notesSlides/notesSlide4.xml" Id="R441e86f75fa940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768f6db214711" /><Relationship Type="http://schemas.openxmlformats.org/officeDocument/2006/relationships/image" Target="/ppt/media/image4.jpeg" Id="R5c5d44692b2c4497" /><Relationship Type="http://schemas.openxmlformats.org/officeDocument/2006/relationships/notesSlide" Target="/ppt/notesSlides/notesSlide5.xml" Id="R2dd7ec950ff642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887e159524677" /><Relationship Type="http://schemas.openxmlformats.org/officeDocument/2006/relationships/notesSlide" Target="/ppt/notesSlides/notesSlide6.xml" Id="Ra9c87fca2e4c44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f7a7d328a4383" /><Relationship Type="http://schemas.openxmlformats.org/officeDocument/2006/relationships/notesSlide" Target="/ppt/notesSlides/notesSlide7.xml" Id="Rbb09e3e3301d40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e79efbee348a3" /><Relationship Type="http://schemas.openxmlformats.org/officeDocument/2006/relationships/image" Target="/ppt/media/image5.jpeg" Id="R3869b9042c1e4d5b" /><Relationship Type="http://schemas.openxmlformats.org/officeDocument/2006/relationships/notesSlide" Target="/ppt/notesSlides/notesSlide8.xml" Id="Rb742f7f4448b4d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Timber properties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FOOTSTOOL · 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0AA96-56B6-427E-A072-D281D238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8650"/>
            <a:ext cx="5429250" cy="5295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BEGIN</a:t>
            </a:r>
          </a:p>
          <a:p xmlns:a="http://schemas.openxmlformats.org/drawingml/2006/main">
            <a:r>
              <a:t>What do you already know—and what evidence would prove it?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b4bb3f9294956"/>
          <a:srcRect xmlns:a="http://schemas.openxmlformats.org/drawingml/2006/main" l="11597" t="0" r="115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Hardwood and softwood language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Hardwood and softwood are botanical categories based on the type of tree the timber comes from.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Grain, knots and density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Grain describes the direction and visible pattern of wood fibres.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Workability and material description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Workability describes how a material responds to approved shaping, joining and finishing processes.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Hardwood and softwood language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8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Hardwood and softwood are botanical categories based on the type of tree the timber comes from.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Pine is identified as the timber used for the Footstool project.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Material choice involves matching useful properties to the project requirements.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87dcf2ce04fe3"/>
          <a:srcRect xmlns:a="http://schemas.openxmlformats.org/drawingml/2006/main" l="232" t="0" r="2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 example can suggest possibilities, but the user need should control your design.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Grain, knots and density</a:t>
            </a:r>
          </a:p>
        </p:txBody>
      </p:sp>
      <p:cxnSp>
        <p:nvCxnSpPr>
          <p:cNvPr id="29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Grain describes the direction and visible pattern of wood fibres.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knot is evidence of where a branch grew from the tree.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Density is the amount of mass in relation to volume.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329d3f7894a23"/>
          <a:srcRect xmlns:a="http://schemas.openxmlformats.org/drawingml/2006/main" l="0" t="12198" r="0" b="12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Eye protection is a final protective layer, not a replacement for safer processes and secure work.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Workability and material description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9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Workability describes how a material responds to approved shaping, joining and finishing processes.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useful material description begins with careful observation.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5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An evidence-based description combines several relevant observations instead of relying on one feature.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d44692b2c4497"/>
          <a:srcRect xmlns:a="http://schemas.openxmlformats.org/drawingml/2006/main" l="5930" t="0" r="59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 Radiata pine's natural grain with MDF's uniform face and fine fibre edge.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“Hardwood and softwood language”?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“Grain, knots and density”?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“Workability and material description”?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496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why calling pine a softwood does not fully describe whether a piece is suitable for the Footstool project. Include two relevant properties that should also be considered.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93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Pine is classified as a softwood because ___. This does not fully describe its suitability because students must also consider ___ and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idea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9b9042c1e4d5b"/>
          <a:srcRect xmlns:a="http://schemas.openxmlformats.org/drawingml/2006/main" l="24661" t="0" r="246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2026-08-15T04:02:11.8120000Z</dcterms:created>
  <dcterms:modified xsi:type="dcterms:W3CDTF">2026-08-15T04:02:11.8120000Z</dcterms:modified>
</coreProperties>
</file>