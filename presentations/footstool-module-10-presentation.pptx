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766e8042f45dd" /><Relationship Type="http://schemas.openxmlformats.org/officeDocument/2006/relationships/extended-properties" Target="/docProps/app.xml" Id="R1eb83d79b0e54cf9" /><Relationship Type="http://schemas.openxmlformats.org/officeDocument/2006/relationships/officeDocument" Target="/ppt/presentation.xml" Id="R4c2497d06dab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84aafdf4c94ff7"/>
  </p:sldMasterIdLst>
  <p:notesMasterIdLst>
    <p:notesMasterId xmlns:r="http://schemas.openxmlformats.org/officeDocument/2006/relationships" r:id="R5f681bfa5c274f67"/>
  </p:notesMasterIdLst>
  <p:sldIdLst>
    <p:sldId xmlns:r="http://schemas.openxmlformats.org/officeDocument/2006/relationships" id="256" r:id="R8df11cf2846c4cdb"/>
    <p:sldId xmlns:r="http://schemas.openxmlformats.org/officeDocument/2006/relationships" id="257" r:id="R623b983df52f42c5"/>
    <p:sldId xmlns:r="http://schemas.openxmlformats.org/officeDocument/2006/relationships" id="258" r:id="Rfb5222f8727e4b18"/>
    <p:sldId xmlns:r="http://schemas.openxmlformats.org/officeDocument/2006/relationships" id="259" r:id="R144a55545b4b4f41"/>
    <p:sldId xmlns:r="http://schemas.openxmlformats.org/officeDocument/2006/relationships" id="260" r:id="R0dc85ce60f8c48eb"/>
    <p:sldId xmlns:r="http://schemas.openxmlformats.org/officeDocument/2006/relationships" id="261" r:id="R1c3883e3262c4042"/>
    <p:sldId xmlns:r="http://schemas.openxmlformats.org/officeDocument/2006/relationships" id="262" r:id="R13f5cbdcc4914787"/>
    <p:sldId xmlns:r="http://schemas.openxmlformats.org/officeDocument/2006/relationships" id="263" r:id="R5a246d29f5334b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99a0500c9d4993" /><Relationship Type="http://schemas.openxmlformats.org/officeDocument/2006/relationships/slideMaster" Target="/ppt/slideMasters/slideMaster1.xml" Id="R4884aafdf4c94ff7" /><Relationship Type="http://schemas.openxmlformats.org/officeDocument/2006/relationships/notesMaster" Target="/ppt/notesMasters/notesMaster1.xml" Id="R5f681bfa5c274f67" /><Relationship Type="http://schemas.openxmlformats.org/officeDocument/2006/relationships/presProps" Target="/ppt/presProps.xml" Id="R45416cf5f39c4f3d" /><Relationship Type="http://schemas.openxmlformats.org/officeDocument/2006/relationships/tableStyles" Target="/ppt/tableStyles.xml" Id="R590bfd62574f416c" /><Relationship Type="http://schemas.openxmlformats.org/officeDocument/2006/relationships/slide" Target="/ppt/slides/slide1.xml" Id="R8df11cf2846c4cdb" /><Relationship Type="http://schemas.openxmlformats.org/officeDocument/2006/relationships/slide" Target="/ppt/slides/slide2.xml" Id="R623b983df52f42c5" /><Relationship Type="http://schemas.openxmlformats.org/officeDocument/2006/relationships/slide" Target="/ppt/slides/slide3.xml" Id="Rfb5222f8727e4b18" /><Relationship Type="http://schemas.openxmlformats.org/officeDocument/2006/relationships/slide" Target="/ppt/slides/slide4.xml" Id="R144a55545b4b4f41" /><Relationship Type="http://schemas.openxmlformats.org/officeDocument/2006/relationships/slide" Target="/ppt/slides/slide5.xml" Id="R0dc85ce60f8c48eb" /><Relationship Type="http://schemas.openxmlformats.org/officeDocument/2006/relationships/slide" Target="/ppt/slides/slide6.xml" Id="R1c3883e3262c4042" /><Relationship Type="http://schemas.openxmlformats.org/officeDocument/2006/relationships/slide" Target="/ppt/slides/slide7.xml" Id="R13f5cbdcc4914787" /><Relationship Type="http://schemas.openxmlformats.org/officeDocument/2006/relationships/slide" Target="/ppt/slides/slide8.xml" Id="R5a246d29f5334b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ca30ac31e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fb74cb8d554479" /><Relationship Type="http://schemas.openxmlformats.org/officeDocument/2006/relationships/notesMaster" Target="/ppt/notesMasters/notesMaster1.xml" Id="Rc64cdb4ebb90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ce765fadb44143" /><Relationship Type="http://schemas.openxmlformats.org/officeDocument/2006/relationships/notesMaster" Target="/ppt/notesMasters/notesMaster1.xml" Id="R1da8d6de300f48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561073db34db0" /><Relationship Type="http://schemas.openxmlformats.org/officeDocument/2006/relationships/notesMaster" Target="/ppt/notesMasters/notesMaster1.xml" Id="Rd7f26902f887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89775c4934bd9" /><Relationship Type="http://schemas.openxmlformats.org/officeDocument/2006/relationships/notesMaster" Target="/ppt/notesMasters/notesMaster1.xml" Id="R4ce660868eb6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4f7630761a43d2" /><Relationship Type="http://schemas.openxmlformats.org/officeDocument/2006/relationships/notesMaster" Target="/ppt/notesMasters/notesMaster1.xml" Id="R374fbf0d78114f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7b7d1cfc1d4d14" /><Relationship Type="http://schemas.openxmlformats.org/officeDocument/2006/relationships/notesMaster" Target="/ppt/notesMasters/notesMaster1.xml" Id="Rb9dd6fccc0b9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9f6afb9fd432b" /><Relationship Type="http://schemas.openxmlformats.org/officeDocument/2006/relationships/notesMaster" Target="/ppt/notesMasters/notesMaster1.xml" Id="Ra5ab49a568c148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e0858ae4ef4bd0" /><Relationship Type="http://schemas.openxmlformats.org/officeDocument/2006/relationships/notesMaster" Target="/ppt/notesMasters/notesMaster1.xml" Id="Rb8805e15271740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10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76bfef89b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4c9173434548b7" /><Relationship Type="http://schemas.openxmlformats.org/officeDocument/2006/relationships/slideLayout" Target="/ppt/slideLayouts/slideLayout1.xml" Id="R1413fa7f376b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3fa7f376b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37a3e355f4d53" /><Relationship Type="http://schemas.openxmlformats.org/officeDocument/2006/relationships/image" Target="/ppt/media/image.jpeg" Id="Rebc0e84bd0bf43f1" /><Relationship Type="http://schemas.openxmlformats.org/officeDocument/2006/relationships/notesSlide" Target="/ppt/notesSlides/notesSlide1.xml" Id="Rdee7b3b3deac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d762411ea4f4a" /><Relationship Type="http://schemas.openxmlformats.org/officeDocument/2006/relationships/notesSlide" Target="/ppt/notesSlides/notesSlide2.xml" Id="Rca5204b94213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334ed8f904d7d" /><Relationship Type="http://schemas.openxmlformats.org/officeDocument/2006/relationships/image" Target="/ppt/media/image2.jpeg" Id="R077234ae2d6a4afd" /><Relationship Type="http://schemas.openxmlformats.org/officeDocument/2006/relationships/notesSlide" Target="/ppt/notesSlides/notesSlide3.xml" Id="R17772683927c42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c8a26c6f24f1e" /><Relationship Type="http://schemas.openxmlformats.org/officeDocument/2006/relationships/image" Target="/ppt/media/image3.jpeg" Id="R9a216d41a0844a12" /><Relationship Type="http://schemas.openxmlformats.org/officeDocument/2006/relationships/notesSlide" Target="/ppt/notesSlides/notesSlide4.xml" Id="Rc41ea573649548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7c209a0884331" /><Relationship Type="http://schemas.openxmlformats.org/officeDocument/2006/relationships/image" Target="/ppt/media/image4.jpeg" Id="Rfca514b8f41f46f8" /><Relationship Type="http://schemas.openxmlformats.org/officeDocument/2006/relationships/notesSlide" Target="/ppt/notesSlides/notesSlide5.xml" Id="R34e0dc8fb23f49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91a7d1f6d4f85" /><Relationship Type="http://schemas.openxmlformats.org/officeDocument/2006/relationships/notesSlide" Target="/ppt/notesSlides/notesSlide6.xml" Id="R0400e9b2720d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4961da08a4da5" /><Relationship Type="http://schemas.openxmlformats.org/officeDocument/2006/relationships/notesSlide" Target="/ppt/notesSlides/notesSlide7.xml" Id="Rf56e2cd214a4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690bd0b844449" /><Relationship Type="http://schemas.openxmlformats.org/officeDocument/2006/relationships/image" Target="/ppt/media/image5.jpeg" Id="Re71ca4db2c9c48c9" /><Relationship Type="http://schemas.openxmlformats.org/officeDocument/2006/relationships/notesSlide" Target="/ppt/notesSlides/notesSlide8.xml" Id="R9f854d0f839a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Aesthetics and final evaluation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9E654-BAE0-432C-A93E-0C4C3C6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0e84bd0bf43f1"/>
          <a:srcRect xmlns:a="http://schemas.openxmlformats.org/drawingml/2006/main" l="14241" t="0" r="14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Aesthetic vocabulary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Aesthetics refers to a product's appearance and the visual response it creates.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Analysing appearance with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 evidence-based aesthetic judgement begins by identifying a feature that can be seen.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Final evaluation and reflection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balanced final evaluation considers both function and aesthetics.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Aesthetic vocabulary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Aesthetics refers to a product's appearance and the visual response it creates.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Layout describes how visual elements are arranged and spaced.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Visual hierarchy is the order in which a viewer notices elements.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234ae2d6a4afd"/>
          <a:srcRect xmlns:a="http://schemas.openxmlformats.org/drawingml/2006/main" l="3659" t="0" r="36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Analysing appearance with evidence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3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An evidence-based aesthetic judgement begins by identifying a feature that can be seen.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Next, connect the feature to an appropriate aesthetic criterion.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Finish by explaining how the feature may affect the viewer.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6d41a0844a12"/>
          <a:srcRect xmlns:a="http://schemas.openxmlformats.org/drawingml/2006/main" l="3659" t="0" r="36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Final evaluation and reflection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balanced final evaluation considers both function and aesthetics.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useful evaluation also identifies one specific limitation supported by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Finish by explaining what you learned through planning, observing, checking and evaluating.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514b8f41f46f8"/>
          <a:srcRect xmlns:a="http://schemas.openxmlformats.org/drawingml/2006/main" l="3659" t="0" r="36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“Aesthetic vocabulary”?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7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“Analysing appearance with evidence”?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“Final evaluation and reflection”?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Describe the aesthetics of a general design using at least four terms from texture, pattern, symmetry, contrast, layout, style, geometric form, organic form, visual hierarchy and emphasis.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1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design uses ___ and ___. Its layout ___. Visual hierarchy is created by ___, which emphasises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ca4db2c9c48c9"/>
          <a:srcRect xmlns:a="http://schemas.openxmlformats.org/drawingml/2006/main" l="23355" t="0" r="23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2026-08-15T04:02:18.2410000Z</dcterms:created>
  <dcterms:modified xsi:type="dcterms:W3CDTF">2026-08-15T04:02:18.2410000Z</dcterms:modified>
</coreProperties>
</file>