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20f65e8d14629" /><Relationship Type="http://schemas.openxmlformats.org/officeDocument/2006/relationships/extended-properties" Target="/docProps/app.xml" Id="Rf62fb083cc6b4766" /><Relationship Type="http://schemas.openxmlformats.org/officeDocument/2006/relationships/officeDocument" Target="/ppt/presentation.xml" Id="R26c7e49c1b0145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c66ee4c31440aa"/>
  </p:sldMasterIdLst>
  <p:notesMasterIdLst>
    <p:notesMasterId xmlns:r="http://schemas.openxmlformats.org/officeDocument/2006/relationships" r:id="R2f40f2b92ba84328"/>
  </p:notesMasterIdLst>
  <p:sldIdLst>
    <p:sldId xmlns:r="http://schemas.openxmlformats.org/officeDocument/2006/relationships" id="256" r:id="Rb0cb5538192548f4"/>
    <p:sldId xmlns:r="http://schemas.openxmlformats.org/officeDocument/2006/relationships" id="257" r:id="R67507438d0834e22"/>
    <p:sldId xmlns:r="http://schemas.openxmlformats.org/officeDocument/2006/relationships" id="258" r:id="R7e810202e6b540d0"/>
    <p:sldId xmlns:r="http://schemas.openxmlformats.org/officeDocument/2006/relationships" id="259" r:id="Rd50b8a9aff1c43a1"/>
    <p:sldId xmlns:r="http://schemas.openxmlformats.org/officeDocument/2006/relationships" id="260" r:id="Reb1d65928bc14181"/>
    <p:sldId xmlns:r="http://schemas.openxmlformats.org/officeDocument/2006/relationships" id="261" r:id="R96fa077578854c95"/>
    <p:sldId xmlns:r="http://schemas.openxmlformats.org/officeDocument/2006/relationships" id="262" r:id="R2dc7d4aaf9924b9e"/>
    <p:sldId xmlns:r="http://schemas.openxmlformats.org/officeDocument/2006/relationships" id="263" r:id="Ra3ccb2f43d2c46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07372a5e084b8d" /><Relationship Type="http://schemas.openxmlformats.org/officeDocument/2006/relationships/slideMaster" Target="/ppt/slideMasters/slideMaster1.xml" Id="Rd6c66ee4c31440aa" /><Relationship Type="http://schemas.openxmlformats.org/officeDocument/2006/relationships/notesMaster" Target="/ppt/notesMasters/notesMaster1.xml" Id="R2f40f2b92ba84328" /><Relationship Type="http://schemas.openxmlformats.org/officeDocument/2006/relationships/presProps" Target="/ppt/presProps.xml" Id="R6730ca1984ec4c7e" /><Relationship Type="http://schemas.openxmlformats.org/officeDocument/2006/relationships/tableStyles" Target="/ppt/tableStyles.xml" Id="Ra28de078bd844b14" /><Relationship Type="http://schemas.openxmlformats.org/officeDocument/2006/relationships/slide" Target="/ppt/slides/slide1.xml" Id="Rb0cb5538192548f4" /><Relationship Type="http://schemas.openxmlformats.org/officeDocument/2006/relationships/slide" Target="/ppt/slides/slide2.xml" Id="R67507438d0834e22" /><Relationship Type="http://schemas.openxmlformats.org/officeDocument/2006/relationships/slide" Target="/ppt/slides/slide3.xml" Id="R7e810202e6b540d0" /><Relationship Type="http://schemas.openxmlformats.org/officeDocument/2006/relationships/slide" Target="/ppt/slides/slide4.xml" Id="Rd50b8a9aff1c43a1" /><Relationship Type="http://schemas.openxmlformats.org/officeDocument/2006/relationships/slide" Target="/ppt/slides/slide5.xml" Id="Reb1d65928bc14181" /><Relationship Type="http://schemas.openxmlformats.org/officeDocument/2006/relationships/slide" Target="/ppt/slides/slide6.xml" Id="R96fa077578854c95" /><Relationship Type="http://schemas.openxmlformats.org/officeDocument/2006/relationships/slide" Target="/ppt/slides/slide7.xml" Id="R2dc7d4aaf9924b9e" /><Relationship Type="http://schemas.openxmlformats.org/officeDocument/2006/relationships/slide" Target="/ppt/slides/slide8.xml" Id="Ra3ccb2f43d2c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eec7f9c79c4e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35742990d41c6" /><Relationship Type="http://schemas.openxmlformats.org/officeDocument/2006/relationships/notesMaster" Target="/ppt/notesMasters/notesMaster1.xml" Id="Rc2f8fca0ee0244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2a8801eb36429b" /><Relationship Type="http://schemas.openxmlformats.org/officeDocument/2006/relationships/notesMaster" Target="/ppt/notesMasters/notesMaster1.xml" Id="R690ab47fee7e44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dfa4fa200e4f67" /><Relationship Type="http://schemas.openxmlformats.org/officeDocument/2006/relationships/notesMaster" Target="/ppt/notesMasters/notesMaster1.xml" Id="R61331e8a47ad45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2f282ca33a467a" /><Relationship Type="http://schemas.openxmlformats.org/officeDocument/2006/relationships/notesMaster" Target="/ppt/notesMasters/notesMaster1.xml" Id="Rdc599570dab843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47fafb950b4cb1" /><Relationship Type="http://schemas.openxmlformats.org/officeDocument/2006/relationships/notesMaster" Target="/ppt/notesMasters/notesMaster1.xml" Id="R6a37008ce3174a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9f22789b51417b" /><Relationship Type="http://schemas.openxmlformats.org/officeDocument/2006/relationships/notesMaster" Target="/ppt/notesMasters/notesMaster1.xml" Id="R662c71630fc04b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4247ece6d04e51" /><Relationship Type="http://schemas.openxmlformats.org/officeDocument/2006/relationships/notesMaster" Target="/ppt/notesMasters/notesMaster1.xml" Id="Rdb7f283fa8094b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9449dab9a64131" /><Relationship Type="http://schemas.openxmlformats.org/officeDocument/2006/relationships/notesMaster" Target="/ppt/notesMasters/notesMaster1.xml" Id="Rec057effef9042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6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6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6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6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6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6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6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6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bea3870ee49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49e89914884cab" /><Relationship Type="http://schemas.openxmlformats.org/officeDocument/2006/relationships/slideLayout" Target="/ppt/slideLayouts/slideLayout1.xml" Id="R37b26801dba84b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b26801dba84b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7bcdb63a843c7" /><Relationship Type="http://schemas.openxmlformats.org/officeDocument/2006/relationships/image" Target="/ppt/media/image.png" Id="R546ba884b578458c" /><Relationship Type="http://schemas.openxmlformats.org/officeDocument/2006/relationships/notesSlide" Target="/ppt/notesSlides/notesSlide1.xml" Id="Rd6e0d9972e3d41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1aa01d64d4f2f" /><Relationship Type="http://schemas.openxmlformats.org/officeDocument/2006/relationships/notesSlide" Target="/ppt/notesSlides/notesSlide2.xml" Id="Rc9264967c51646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e8403891747ad" /><Relationship Type="http://schemas.openxmlformats.org/officeDocument/2006/relationships/image" Target="/ppt/media/image2.png" Id="R74e62fb0e9dc43cc" /><Relationship Type="http://schemas.openxmlformats.org/officeDocument/2006/relationships/notesSlide" Target="/ppt/notesSlides/notesSlide3.xml" Id="Rd531ece50d2e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e77ee54424cd9" /><Relationship Type="http://schemas.openxmlformats.org/officeDocument/2006/relationships/image" Target="/ppt/media/image3.png" Id="Rc0ac2dd8fcde4147" /><Relationship Type="http://schemas.openxmlformats.org/officeDocument/2006/relationships/notesSlide" Target="/ppt/notesSlides/notesSlide4.xml" Id="Rf7b7f77d0b5646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e025af7a74f36" /><Relationship Type="http://schemas.openxmlformats.org/officeDocument/2006/relationships/image" Target="/ppt/media/image4.png" Id="R1bee879840fd429c" /><Relationship Type="http://schemas.openxmlformats.org/officeDocument/2006/relationships/notesSlide" Target="/ppt/notesSlides/notesSlide5.xml" Id="Rb3b4c122c59046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d3aaaf25d47d5" /><Relationship Type="http://schemas.openxmlformats.org/officeDocument/2006/relationships/notesSlide" Target="/ppt/notesSlides/notesSlide6.xml" Id="R8429dff10ebf4f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f0593d6634bc7" /><Relationship Type="http://schemas.openxmlformats.org/officeDocument/2006/relationships/notesSlide" Target="/ppt/notesSlides/notesSlide7.xml" Id="Rcb737427d09248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583e4634e4ff6" /><Relationship Type="http://schemas.openxmlformats.org/officeDocument/2006/relationships/image" Target="/ppt/media/image5.png" Id="R185d0f18341d44d7" /><Relationship Type="http://schemas.openxmlformats.org/officeDocument/2006/relationships/notesSlide" Target="/ppt/notesSlides/notesSlide8.xml" Id="Rfbb86ca5706e46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Graphical communication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FOOTSTOOL · MODULE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08A32-7128-4D63-88C9-90084489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28650"/>
            <a:ext cx="5429250" cy="5295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YOU BEGIN</a:t>
            </a:r>
          </a:p>
          <a:p xmlns:a="http://schemas.openxmlformats.org/drawingml/2006/main">
            <a:r>
              <a:t>What do you already know—and what evidence would prove it?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ba884b578458c"/>
          <a:srcRect xmlns:a="http://schemas.openxmlformats.org/drawingml/2006/main" l="0" t="15531" r="0" b="155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628650"/>
            <a:ext cx="5429250" cy="5295900"/>
          </a:xfrm>
          <a:prstGeom xmlns:a="http://schemas.openxmlformats.org/drawingml/2006/main" prst="roundRect">
            <a:avLst>
              <a:gd name="adj" fmla="val 2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know—and what evidence would prove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ideas build one evidence trail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Third-angle projection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Third-angle projection is a drawing system that represents an object through related two-dimensional views.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Line and view relationships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Technical drawings use different line types to communicate different kinds of information.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Isometric communication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 isometric drawing is a three-dimensional-looking communication 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understanding → safe application → evidence you can explain.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Third-angle projection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59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Third-angle projection is a drawing system that represents an object through related two-dimensional views.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The front view shows the object as seen directly from its selected front.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Related views should be compared by looking for matching positions and aligned features.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62fb0e9dc43cc"/>
          <a:srcRect xmlns:a="http://schemas.openxmlformats.org/drawingml/2006/main" l="0" t="23403" r="0" b="23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 example can suggest possibilities, but the user need should control your design.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Line and view relationships</a:t>
            </a:r>
          </a:p>
        </p:txBody>
      </p:sp>
      <p:cxnSp>
        <p:nvCxnSpPr>
          <p:cNvPr id="29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Technical drawings use different line types to communicate different kinds of information.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Dimension lines communicate the extent of a written measurement and connect it to the relevant feature.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Related views represent the same object from different directions, so shared features should align.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c2dd8fcde4147"/>
          <a:srcRect xmlns:a="http://schemas.openxmlformats.org/drawingml/2006/main" l="0" t="23403" r="0" b="23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Eye protection is a final protective layer, not a replacement for safer processes and secure work.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Isometric communication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An isometric drawing is a three-dimensional-looking communication view.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Isometric drawings use three principal directions.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70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An isometric view can help a student recognise the general shape, position and relationship of features.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e879840fd429c"/>
          <a:srcRect xmlns:a="http://schemas.openxmlformats.org/drawingml/2006/main" l="0" t="23403" r="0" b="23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Compare Radiata pine's natural grain with MDF's uniform face and fine fibre edge.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Pause and check what you can explain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“Third-angle projection”?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“Line and view relationships”?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“Isometric communication”?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jot one clear sentence for each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question asking?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Return to the precise theory.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idea to your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Answer every part in your own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5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Explain how the front, plan and side views work together in third-angle projection to communicate one object.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3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front view shows ___, the plan view shows ___, and the side view shows ___. Together, they help the reader 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prove what you learned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idea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Identify the evidence you will save.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State your next safe, accurate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d0f18341d44d7"/>
          <a:srcRect xmlns:a="http://schemas.openxmlformats.org/drawingml/2006/main" l="0" t="3741" r="0" b="3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2026-08-15T04:02:14.8660000Z</dcterms:created>
  <dcterms:modified xsi:type="dcterms:W3CDTF">2026-08-15T04:02:14.8660000Z</dcterms:modified>
</coreProperties>
</file>