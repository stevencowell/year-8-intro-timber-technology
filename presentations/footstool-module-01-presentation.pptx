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fe25cc34174150" /><Relationship Type="http://schemas.openxmlformats.org/officeDocument/2006/relationships/extended-properties" Target="/docProps/app.xml" Id="R7fb821d228a04cc7" /><Relationship Type="http://schemas.openxmlformats.org/officeDocument/2006/relationships/officeDocument" Target="/ppt/presentation.xml" Id="R27a63110fd9540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603039a9874d63"/>
  </p:sldMasterIdLst>
  <p:notesMasterIdLst>
    <p:notesMasterId xmlns:r="http://schemas.openxmlformats.org/officeDocument/2006/relationships" r:id="Rcd5ac3d7024a4b24"/>
  </p:notesMasterIdLst>
  <p:sldIdLst>
    <p:sldId xmlns:r="http://schemas.openxmlformats.org/officeDocument/2006/relationships" id="256" r:id="Rdd604637db674d7c"/>
    <p:sldId xmlns:r="http://schemas.openxmlformats.org/officeDocument/2006/relationships" id="257" r:id="R662e1000b1d8429e"/>
    <p:sldId xmlns:r="http://schemas.openxmlformats.org/officeDocument/2006/relationships" id="258" r:id="Rf6ac38daa712453e"/>
    <p:sldId xmlns:r="http://schemas.openxmlformats.org/officeDocument/2006/relationships" id="259" r:id="Rdf50169e6f3f4458"/>
    <p:sldId xmlns:r="http://schemas.openxmlformats.org/officeDocument/2006/relationships" id="260" r:id="R8cf9842ff895422b"/>
    <p:sldId xmlns:r="http://schemas.openxmlformats.org/officeDocument/2006/relationships" id="261" r:id="R2fb932447a8e4364"/>
    <p:sldId xmlns:r="http://schemas.openxmlformats.org/officeDocument/2006/relationships" id="262" r:id="R186a96226c9b4666"/>
    <p:sldId xmlns:r="http://schemas.openxmlformats.org/officeDocument/2006/relationships" id="263" r:id="Rdbace4fa8ffa4c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279214e69d43e8" /><Relationship Type="http://schemas.openxmlformats.org/officeDocument/2006/relationships/slideMaster" Target="/ppt/slideMasters/slideMaster1.xml" Id="R1c603039a9874d63" /><Relationship Type="http://schemas.openxmlformats.org/officeDocument/2006/relationships/notesMaster" Target="/ppt/notesMasters/notesMaster1.xml" Id="Rcd5ac3d7024a4b24" /><Relationship Type="http://schemas.openxmlformats.org/officeDocument/2006/relationships/presProps" Target="/ppt/presProps.xml" Id="R730232f0afc74dee" /><Relationship Type="http://schemas.openxmlformats.org/officeDocument/2006/relationships/tableStyles" Target="/ppt/tableStyles.xml" Id="R836decc63e9b4443" /><Relationship Type="http://schemas.openxmlformats.org/officeDocument/2006/relationships/slide" Target="/ppt/slides/slide1.xml" Id="Rdd604637db674d7c" /><Relationship Type="http://schemas.openxmlformats.org/officeDocument/2006/relationships/slide" Target="/ppt/slides/slide2.xml" Id="R662e1000b1d8429e" /><Relationship Type="http://schemas.openxmlformats.org/officeDocument/2006/relationships/slide" Target="/ppt/slides/slide3.xml" Id="Rf6ac38daa712453e" /><Relationship Type="http://schemas.openxmlformats.org/officeDocument/2006/relationships/slide" Target="/ppt/slides/slide4.xml" Id="Rdf50169e6f3f4458" /><Relationship Type="http://schemas.openxmlformats.org/officeDocument/2006/relationships/slide" Target="/ppt/slides/slide5.xml" Id="R8cf9842ff895422b" /><Relationship Type="http://schemas.openxmlformats.org/officeDocument/2006/relationships/slide" Target="/ppt/slides/slide6.xml" Id="R2fb932447a8e4364" /><Relationship Type="http://schemas.openxmlformats.org/officeDocument/2006/relationships/slide" Target="/ppt/slides/slide7.xml" Id="R186a96226c9b4666" /><Relationship Type="http://schemas.openxmlformats.org/officeDocument/2006/relationships/slide" Target="/ppt/slides/slide8.xml" Id="Rdbace4fa8ffa4c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b1deb4303841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31633dd8d847d9" /><Relationship Type="http://schemas.openxmlformats.org/officeDocument/2006/relationships/notesMaster" Target="/ppt/notesMasters/notesMaster1.xml" Id="R782340a5883045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121cc6df4c4aa3" /><Relationship Type="http://schemas.openxmlformats.org/officeDocument/2006/relationships/notesMaster" Target="/ppt/notesMasters/notesMaster1.xml" Id="R56e58af1588545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7bcd5388d34b80" /><Relationship Type="http://schemas.openxmlformats.org/officeDocument/2006/relationships/notesMaster" Target="/ppt/notesMasters/notesMaster1.xml" Id="R3d7370e7652e46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e8601d64744588" /><Relationship Type="http://schemas.openxmlformats.org/officeDocument/2006/relationships/notesMaster" Target="/ppt/notesMasters/notesMaster1.xml" Id="Raa7fb890794c46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88187b8bec4491" /><Relationship Type="http://schemas.openxmlformats.org/officeDocument/2006/relationships/notesMaster" Target="/ppt/notesMasters/notesMaster1.xml" Id="R9b28ea5112e44a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d3fe8bd81c4eeb" /><Relationship Type="http://schemas.openxmlformats.org/officeDocument/2006/relationships/notesMaster" Target="/ppt/notesMasters/notesMaster1.xml" Id="Rc8318872f9ec45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df8946eb5c41e1" /><Relationship Type="http://schemas.openxmlformats.org/officeDocument/2006/relationships/notesMaster" Target="/ppt/notesMasters/notesMaster1.xml" Id="Ra23e1e2fc85740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f7f668f7254325" /><Relationship Type="http://schemas.openxmlformats.org/officeDocument/2006/relationships/notesMaster" Target="/ppt/notesMasters/notesMaster1.xml" Id="R09ea7e88526442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1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1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1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1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1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1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1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1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218fdfecaf44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1103289f77414c" /><Relationship Type="http://schemas.openxmlformats.org/officeDocument/2006/relationships/slideLayout" Target="/ppt/slideLayouts/slideLayout1.xml" Id="R354633a1ab0845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4633a1ab0845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e3b717d6c4f3a" /><Relationship Type="http://schemas.openxmlformats.org/officeDocument/2006/relationships/image" Target="/ppt/media/image.jpeg" Id="R17c99c5d01ba4adf" /><Relationship Type="http://schemas.openxmlformats.org/officeDocument/2006/relationships/notesSlide" Target="/ppt/notesSlides/notesSlide1.xml" Id="Rea2ca3e221704b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b5e71c69f4740" /><Relationship Type="http://schemas.openxmlformats.org/officeDocument/2006/relationships/notesSlide" Target="/ppt/notesSlides/notesSlide2.xml" Id="R4b77761aaf9049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91f69868bf4e02" /><Relationship Type="http://schemas.openxmlformats.org/officeDocument/2006/relationships/image" Target="/ppt/media/image2.jpeg" Id="R1afd29bc5acc4aef" /><Relationship Type="http://schemas.openxmlformats.org/officeDocument/2006/relationships/notesSlide" Target="/ppt/notesSlides/notesSlide3.xml" Id="Rff4a1c17438c45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7bff80202e4a3c" /><Relationship Type="http://schemas.openxmlformats.org/officeDocument/2006/relationships/image" Target="/ppt/media/image3.jpeg" Id="R448cd86f2e9d4985" /><Relationship Type="http://schemas.openxmlformats.org/officeDocument/2006/relationships/notesSlide" Target="/ppt/notesSlides/notesSlide4.xml" Id="R83b1cc5d90a64b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93471fa934f86" /><Relationship Type="http://schemas.openxmlformats.org/officeDocument/2006/relationships/image" Target="/ppt/media/image4.jpeg" Id="R185ecc1947114e33" /><Relationship Type="http://schemas.openxmlformats.org/officeDocument/2006/relationships/notesSlide" Target="/ppt/notesSlides/notesSlide5.xml" Id="R780f5a6bef584f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07b8c0577e4d88" /><Relationship Type="http://schemas.openxmlformats.org/officeDocument/2006/relationships/notesSlide" Target="/ppt/notesSlides/notesSlide6.xml" Id="R3c9c57a928db4e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1913e62da94280" /><Relationship Type="http://schemas.openxmlformats.org/officeDocument/2006/relationships/notesSlide" Target="/ppt/notesSlides/notesSlide7.xml" Id="Rd3f853ce56c84d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cb3063add40fe" /><Relationship Type="http://schemas.openxmlformats.org/officeDocument/2006/relationships/image" Target="/ppt/media/image5.jpeg" Id="R0877255711aa40c5" /><Relationship Type="http://schemas.openxmlformats.org/officeDocument/2006/relationships/notesSlide" Target="/ppt/notesSlides/notesSlide8.xml" Id="Re6c54d6fd3264c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1B4AE411-F9B7-40C1-95A6-EFB5A398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49530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0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50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Workshop readiness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DF9AAC8-8087-4CFE-AAFA-BF446210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71875"/>
            <a:ext cx="4762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Read the theory, check your understanding and save your own evidence.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9B62F67D-37CE-4D67-A50E-91C62081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438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FOOTSTOOL · MODULE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C5B55-F07E-4B51-A25F-F034696F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38150"/>
            <a:ext cx="5810250" cy="5676900"/>
          </a:xfrm>
          <a:prstGeom xmlns:a="http://schemas.openxmlformats.org/drawingml/2006/main" prst="roundRect">
            <a:avLst>
              <a:gd name="adj" fmla="val 201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F5D3D1-371C-4923-AFF9-70726B10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628650"/>
            <a:ext cx="5429250" cy="52959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YOU BEGIN</a:t>
            </a:r>
          </a:p>
          <a:p xmlns:a="http://schemas.openxmlformats.org/drawingml/2006/main">
            <a:r>
              <a:t>What do you already know—and what evidence would prove it?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c99c5d01ba4adf"/>
          <a:srcRect xmlns:a="http://schemas.openxmlformats.org/drawingml/2006/main" l="0" t="1010" r="0" b="10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48375" y="628650"/>
            <a:ext cx="5429250" cy="5295900"/>
          </a:xfrm>
          <a:prstGeom xmlns:a="http://schemas.openxmlformats.org/drawingml/2006/main" prst="roundRect">
            <a:avLst>
              <a:gd name="adj" fmla="val 215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F5FE7-ECD3-4151-887C-C288444A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BEFORE YOU BEGIN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do you already know—and what evidence would prove it?</a:t>
            </a:r>
          </a:p>
        </p:txBody>
      </p:sp>
    </p:spTree>
    <p:extLst>
      <p:ext uri="{BB962C8B-B14F-4D97-AF65-F5344CB8AC3E}">
        <p14:creationId xmlns:p14="http://schemas.microsoft.com/office/powerpoint/2010/main" val="1728781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16595B7-F5B3-45CC-A1D0-60A5F8F4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A5C0B864-CE5F-40EB-BFB1-124C7F82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0477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Three ideas build one evidence trail</a:t>
            </a:r>
          </a:p>
        </p:txBody>
      </p:sp>
      <p:cxnSp>
        <p:nvCxnSpPr>
          <p:cNvPr id="28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80EBB6E6-D29B-4511-A6D6-6E24B45A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77EECBE0-D327-4135-9672-CA69C10C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AC21CEC6-5855-4BE0-ABD8-07F84669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55F5CC1A-B730-48DE-B337-081BD18A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C4FDA11-53DB-407A-BDEC-FBE50DB6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40F3AC6-594B-429C-81EE-E57F9069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2DCFFC81-D22B-4BC1-B1F8-6DFA7626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Shared workshop conduct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A shared workshop works best when everyone follows the same directions.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B6ACFAD4-DA68-47CD-BF12-9531E07E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Hazards, risks and controls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A hazard is anything with the potential to cause harm.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78B5E93A-F297-48EF-AAD3-C5B7DD87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Readiness and asking for help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Being ready means more than having materials nearby.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159F23-A0CC-49B4-83D4-61338CCA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906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Move from understanding → safe application → evidence you can explain.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941D7B-C927-40EF-AD75-001986D6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418902-0D60-4955-BF78-64D12E53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844523-F8E9-4C62-A984-9A5A63D5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32345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8B2A920B-A121-4C29-8AD9-4B493140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252F3A05-9EBE-45C1-B219-F9A8DDB8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Shared workshop conduct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B3B5522B-4811-4958-BA5B-70E2FFB7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A shared workshop works best when everyone follows the same directions.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A010513-2588-46B2-9A08-569104F0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Workshops contain people, materials, tools and fixed equipment, so calm movement matters.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81A3EC2-FEC1-461B-AE89-5FDACA8F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Responsible conduct includes responding when something is unsafe or damaged.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3D79959-7930-4CBE-A084-FA4E4180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Save a labelled note or response that explains what you learned.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1B4463-5DC9-4BB4-9AEB-C31EFFE5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1 OF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285C7-4067-4681-8840-E1A99A13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fd29bc5acc4aef"/>
          <a:srcRect xmlns:a="http://schemas.openxmlformats.org/drawingml/2006/main" l="0" t="12198" r="0" b="121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00775" y="704850"/>
            <a:ext cx="531495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0C32CF-C64C-40B2-BBC3-02D81A16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An example can suggest possibilities, but the user need should control your design.</a:t>
            </a:r>
          </a:p>
        </p:txBody>
      </p:sp>
    </p:spTree>
    <p:extLst>
      <p:ext uri="{BB962C8B-B14F-4D97-AF65-F5344CB8AC3E}">
        <p14:creationId xmlns:p14="http://schemas.microsoft.com/office/powerpoint/2010/main" val="8034493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B078C44-14AA-48A4-A5F1-EC8BBB16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DDA065D4-4C79-4E5B-96CF-0A428EF1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Hazards, risks and controls</a:t>
            </a:r>
          </a:p>
        </p:txBody>
      </p:sp>
      <p:cxnSp>
        <p:nvCxnSpPr>
          <p:cNvPr id="29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CB8329C4-AC4D-48CF-B627-84A37532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BC3E00B-0457-4BA3-B55D-A589DCDA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6E9ACF0A-CE3E-42C3-B7C9-B61142D7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6E71B14A-A610-486F-B74D-69334CE0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4E73360-ED41-4AE3-9474-1BE306AE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6E21EB1A-F8DD-4B0D-A6A7-032E794F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4F29560-52C2-4511-8FC1-AAABF957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1455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A hazard is anything with the potential to cause harm.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3CAB6260-4966-4846-A976-124725E2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14675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930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Controls are considered from strongest to weakest: elimination, substitution, engineering controls, administrative…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25A797A7-58D5-4050-BDF5-3121335E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Imagine a loose object left in a walkway.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F14AF4-30E2-4AAF-9DB0-9EE8998D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2 OF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2D4C34-16B4-4863-9EB2-19E75DBA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8cd86f2e9d4985"/>
          <a:srcRect xmlns:a="http://schemas.openxmlformats.org/drawingml/2006/main" l="0" t="12366" r="0" b="123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00775" y="704850"/>
            <a:ext cx="531495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DDDA1C-B9EE-4BC9-B3C5-1D15F9C6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Eye protection is a final protective layer, not a replacement for safer processes and secure work.</a:t>
            </a:r>
          </a:p>
        </p:txBody>
      </p:sp>
    </p:spTree>
    <p:extLst>
      <p:ext uri="{BB962C8B-B14F-4D97-AF65-F5344CB8AC3E}">
        <p14:creationId xmlns:p14="http://schemas.microsoft.com/office/powerpoint/2010/main" val="7914327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04438865-7489-48C2-8699-B582E481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65E6E568-2A5A-4AC2-A37E-A11C9C08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Readiness and asking for help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1F3651F5-E7CE-4B5A-BABC-64F9FB61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Being ready means more than having materials nearby.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0B69F6AD-12EB-4C3E-91C6-0362468E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Before beginning, pause and observe the work area.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894D7850-A6B2-4408-8BD6-376BFCA8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A useful question explains the exact point of uncertainty.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11B82AE-5CBD-4093-AE6F-D5E6E584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Save a labelled note or response that explains what you learned.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B54A6-2AD6-4294-B051-E413DFD7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3 OF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658BBD-B043-4046-9981-CD408808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5ecc1947114e33"/>
          <a:srcRect xmlns:a="http://schemas.openxmlformats.org/drawingml/2006/main" l="0" t="12366" r="0" b="123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00775" y="704850"/>
            <a:ext cx="531495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1AF138-E39A-45A4-98C7-44449B6C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Compare Radiata pine's natural grain with MDF's uniform face and fine fibre edge.</a:t>
            </a:r>
          </a:p>
        </p:txBody>
      </p:sp>
    </p:spTree>
    <p:extLst>
      <p:ext uri="{BB962C8B-B14F-4D97-AF65-F5344CB8AC3E}">
        <p14:creationId xmlns:p14="http://schemas.microsoft.com/office/powerpoint/2010/main" val="2343419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70E4CBD-8D62-4D1D-9B20-55EBF6D2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E6A61C8-FA20-4C18-8A82-D49D9EBF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Pause and check what you can explain</a:t>
            </a:r>
          </a:p>
        </p:txBody>
      </p:sp>
      <p:cxnSp>
        <p:nvCxnSpPr>
          <p:cNvPr id="28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E74EF7E-884C-41AF-AD97-B8E18A6F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41F0FA2-B455-4F2C-A2ED-34D2A8A4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5EAC4B4A-5EB8-4213-97B3-853E4841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AF2E796C-24F4-41C8-877A-B723CF97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497B4AB-F992-4F71-91E8-000BEA87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880C656-A3E0-4FBA-A3A3-57890DB4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4FD3FD99-AFA0-4A20-B064-75652BCA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is the key idea in “Shared workshop conduct”?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evidence would show that you understood it?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E14E470D-3EB0-4181-9D87-AB6AC757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74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is the key idea in “Hazards, risks and controls”?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evidence would show that you understood it?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376F7259-3952-48F7-92C0-D5805938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99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is the key idea in “Readiness and asking for help”?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evidence would show that you understood it?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B13189-640C-4F85-A57E-A01655EE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Answer aloud or jot one clear sentence for each question.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ED1ED7-12CC-4D64-A46D-642B399C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112AAD-9DD8-49E7-BBD2-BF2FE6D2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7C6842-406E-4A43-904C-0BFF5091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73963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BC763F4E-BCA4-4B07-B025-6FEAA72E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0D369F46-2FA0-4532-839B-72712112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Build a response that shows your thinking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D2374728-E4B4-470D-AE72-552FDDDD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READ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is the question asking?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45C2A24-1535-4D4F-BEF4-6A9C7804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SELECT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Return to the precise theory.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AED10BE-E00C-4A46-B1DA-CFFF3691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EXPLAIN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Connect the idea to your evidence.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ECE2ED3-28BC-4F59-BFE2-F9047B67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CHECK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Answer every part in your own words.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FDF2A-7606-4595-951B-4CFE3BA7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Prompt: Describe how a student should respond to one general shared-workshop situation involving movement, equipment, a hazard or pack-away. Explain how the response helps other people use the workshop safely.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625C6-A9E5-4E32-8BDC-7B1DB61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B5150D-E39C-4861-A904-435C1472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0A2E4B-8FE2-4D98-A3C8-FE5982AB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7B1F36-8E4F-492E-A852-62EBE0D8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9AF333-CFAB-40EC-88E6-3EBDA680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2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7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Sentence starter: In this situation, the student should ___ because this helps others by ___.</a:t>
            </a:r>
          </a:p>
        </p:txBody>
      </p:sp>
    </p:spTree>
    <p:extLst>
      <p:ext uri="{BB962C8B-B14F-4D97-AF65-F5344CB8AC3E}">
        <p14:creationId xmlns:p14="http://schemas.microsoft.com/office/powerpoint/2010/main" val="19248358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3FB9544D-AF55-480E-ACA9-CBF758DE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58102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41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2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Exit ticket: prove what you learned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37162B0B-61CF-4E28-975D-100A269E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54292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1. Name one idea you can now explain.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2. Identify the evidence you will save.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3. State your next safe, accurate action.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4BE888C-8D03-4186-B5D1-4BD3576D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YOUR NEXT MOVE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77255711aa40c5"/>
          <a:srcRect xmlns:a="http://schemas.openxmlformats.org/drawingml/2006/main" l="11806" t="0" r="118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0"/>
            <a:ext cx="523875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6888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2026-08-15T04:02:09.4290000Z</dcterms:created>
  <dcterms:modified xsi:type="dcterms:W3CDTF">2026-08-15T04:02:09.4290000Z</dcterms:modified>
</coreProperties>
</file>