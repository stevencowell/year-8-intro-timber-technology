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e3c17e6584ad3" /><Relationship Type="http://schemas.openxmlformats.org/officeDocument/2006/relationships/extended-properties" Target="/docProps/app.xml" Id="R7c642b87426847ce" /><Relationship Type="http://schemas.openxmlformats.org/officeDocument/2006/relationships/officeDocument" Target="/ppt/presentation.xml" Id="Rc0cf76e93889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5e23dbccb54c73"/>
  </p:sldMasterIdLst>
  <p:notesMasterIdLst>
    <p:notesMasterId xmlns:r="http://schemas.openxmlformats.org/officeDocument/2006/relationships" r:id="Rf6cf8b48608e45a4"/>
  </p:notesMasterIdLst>
  <p:sldIdLst>
    <p:sldId xmlns:r="http://schemas.openxmlformats.org/officeDocument/2006/relationships" id="256" r:id="Rf1fcd2df279a42a5"/>
    <p:sldId xmlns:r="http://schemas.openxmlformats.org/officeDocument/2006/relationships" id="257" r:id="R14c46231cb1747dd"/>
    <p:sldId xmlns:r="http://schemas.openxmlformats.org/officeDocument/2006/relationships" id="258" r:id="R241b42ceb1594a95"/>
    <p:sldId xmlns:r="http://schemas.openxmlformats.org/officeDocument/2006/relationships" id="259" r:id="R80342c6f43df4431"/>
    <p:sldId xmlns:r="http://schemas.openxmlformats.org/officeDocument/2006/relationships" id="260" r:id="R438d74341200406e"/>
    <p:sldId xmlns:r="http://schemas.openxmlformats.org/officeDocument/2006/relationships" id="261" r:id="Rd81cfb745fbb4fdf"/>
    <p:sldId xmlns:r="http://schemas.openxmlformats.org/officeDocument/2006/relationships" id="262" r:id="R619db7543ce049e6"/>
    <p:sldId xmlns:r="http://schemas.openxmlformats.org/officeDocument/2006/relationships" id="263" r:id="R44f95cb8adef4b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636945db6f416c" /><Relationship Type="http://schemas.openxmlformats.org/officeDocument/2006/relationships/slideMaster" Target="/ppt/slideMasters/slideMaster1.xml" Id="R155e23dbccb54c73" /><Relationship Type="http://schemas.openxmlformats.org/officeDocument/2006/relationships/notesMaster" Target="/ppt/notesMasters/notesMaster1.xml" Id="Rf6cf8b48608e45a4" /><Relationship Type="http://schemas.openxmlformats.org/officeDocument/2006/relationships/presProps" Target="/ppt/presProps.xml" Id="R74ec219904b24a2a" /><Relationship Type="http://schemas.openxmlformats.org/officeDocument/2006/relationships/tableStyles" Target="/ppt/tableStyles.xml" Id="Rab96e7181eae4796" /><Relationship Type="http://schemas.openxmlformats.org/officeDocument/2006/relationships/slide" Target="/ppt/slides/slide1.xml" Id="Rf1fcd2df279a42a5" /><Relationship Type="http://schemas.openxmlformats.org/officeDocument/2006/relationships/slide" Target="/ppt/slides/slide2.xml" Id="R14c46231cb1747dd" /><Relationship Type="http://schemas.openxmlformats.org/officeDocument/2006/relationships/slide" Target="/ppt/slides/slide3.xml" Id="R241b42ceb1594a95" /><Relationship Type="http://schemas.openxmlformats.org/officeDocument/2006/relationships/slide" Target="/ppt/slides/slide4.xml" Id="R80342c6f43df4431" /><Relationship Type="http://schemas.openxmlformats.org/officeDocument/2006/relationships/slide" Target="/ppt/slides/slide5.xml" Id="R438d74341200406e" /><Relationship Type="http://schemas.openxmlformats.org/officeDocument/2006/relationships/slide" Target="/ppt/slides/slide6.xml" Id="Rd81cfb745fbb4fdf" /><Relationship Type="http://schemas.openxmlformats.org/officeDocument/2006/relationships/slide" Target="/ppt/slides/slide7.xml" Id="R619db7543ce049e6" /><Relationship Type="http://schemas.openxmlformats.org/officeDocument/2006/relationships/slide" Target="/ppt/slides/slide8.xml" Id="R44f95cb8adef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362fc32f3e4d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13ba437e544c43" /><Relationship Type="http://schemas.openxmlformats.org/officeDocument/2006/relationships/notesMaster" Target="/ppt/notesMasters/notesMaster1.xml" Id="Rf6c21658552c41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5ff30009c04ff8" /><Relationship Type="http://schemas.openxmlformats.org/officeDocument/2006/relationships/notesMaster" Target="/ppt/notesMasters/notesMaster1.xml" Id="Ra016e78cc8b542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9fcb4c5d814742" /><Relationship Type="http://schemas.openxmlformats.org/officeDocument/2006/relationships/notesMaster" Target="/ppt/notesMasters/notesMaster1.xml" Id="R1712d985c3e042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275ca3f04e483b" /><Relationship Type="http://schemas.openxmlformats.org/officeDocument/2006/relationships/notesMaster" Target="/ppt/notesMasters/notesMaster1.xml" Id="R6836577f2006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120571ee3e4fcf" /><Relationship Type="http://schemas.openxmlformats.org/officeDocument/2006/relationships/notesMaster" Target="/ppt/notesMasters/notesMaster1.xml" Id="R836f08faa5c84a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215c18ace94d2c" /><Relationship Type="http://schemas.openxmlformats.org/officeDocument/2006/relationships/notesMaster" Target="/ppt/notesMasters/notesMaster1.xml" Id="R50eb0a94997a4d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e824de34cb450c" /><Relationship Type="http://schemas.openxmlformats.org/officeDocument/2006/relationships/notesMaster" Target="/ppt/notesMasters/notesMaster1.xml" Id="Reb30cffcb19f49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51a5afcde844a2" /><Relationship Type="http://schemas.openxmlformats.org/officeDocument/2006/relationships/notesMaster" Target="/ppt/notesMasters/notesMaster1.xml" Id="Rf1d7fda213c14a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8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b5d0846bc46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33d4c783084069" /><Relationship Type="http://schemas.openxmlformats.org/officeDocument/2006/relationships/slideLayout" Target="/ppt/slideLayouts/slideLayout1.xml" Id="R3951b3d2afc045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1b3d2afc045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4ca984ef74e22" /><Relationship Type="http://schemas.openxmlformats.org/officeDocument/2006/relationships/image" Target="/ppt/media/image.jpeg" Id="R3ab584fe178f4846" /><Relationship Type="http://schemas.openxmlformats.org/officeDocument/2006/relationships/notesSlide" Target="/ppt/notesSlides/notesSlide1.xml" Id="R1b6bd9e26c5448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d2b79729d4f51" /><Relationship Type="http://schemas.openxmlformats.org/officeDocument/2006/relationships/notesSlide" Target="/ppt/notesSlides/notesSlide2.xml" Id="R7c2c348a5e0c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e5f4508bf4cd3" /><Relationship Type="http://schemas.openxmlformats.org/officeDocument/2006/relationships/image" Target="/ppt/media/image2.jpeg" Id="Rc142d05081e342db" /><Relationship Type="http://schemas.openxmlformats.org/officeDocument/2006/relationships/notesSlide" Target="/ppt/notesSlides/notesSlide3.xml" Id="R7a40b13cd4f34b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28eab28c44e59" /><Relationship Type="http://schemas.openxmlformats.org/officeDocument/2006/relationships/image" Target="/ppt/media/image3.jpeg" Id="R4c79fc8c92bb4f59" /><Relationship Type="http://schemas.openxmlformats.org/officeDocument/2006/relationships/notesSlide" Target="/ppt/notesSlides/notesSlide4.xml" Id="Racd4674c4368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d22f07a1e4ec4" /><Relationship Type="http://schemas.openxmlformats.org/officeDocument/2006/relationships/image" Target="/ppt/media/image4.jpeg" Id="R43557fc4d57c4677" /><Relationship Type="http://schemas.openxmlformats.org/officeDocument/2006/relationships/notesSlide" Target="/ppt/notesSlides/notesSlide5.xml" Id="R52b489e624ac40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6691ba91d4818" /><Relationship Type="http://schemas.openxmlformats.org/officeDocument/2006/relationships/notesSlide" Target="/ppt/notesSlides/notesSlide6.xml" Id="Re7f0b5b873fd41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71f1387614ce5" /><Relationship Type="http://schemas.openxmlformats.org/officeDocument/2006/relationships/notesSlide" Target="/ppt/notesSlides/notesSlide7.xml" Id="R3e5b9a56b9a146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99d7d2ad245ee" /><Relationship Type="http://schemas.openxmlformats.org/officeDocument/2006/relationships/image" Target="/ppt/media/image5.jpeg" Id="R9f8056e6ae624ad5" /><Relationship Type="http://schemas.openxmlformats.org/officeDocument/2006/relationships/notesSlide" Target="/ppt/notesSlides/notesSlide8.xml" Id="Rd96c705b86f14b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Progress and quality evidence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BB450-C6F5-430D-976E-604D61D2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584fe178f4846"/>
          <a:srcRect xmlns:a="http://schemas.openxmlformats.org/drawingml/2006/main" l="14015" t="0" r="140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Observing practical progress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process log is a clear record of practical progress.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Recording quality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Quality evidence shows what can be observed or checked rather than giving a vague opinion.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Action and next-step reflection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useful reflection begins with a factual observation.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Observing practical progress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process log is a clear record of practical progress.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73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An objective observation describes what could be seen, heard or compared without adding an unsupported opinion.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Each entry should identify what was checked and the information used for that check.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2d05081e342db"/>
          <a:srcRect xmlns:a="http://schemas.openxmlformats.org/drawingml/2006/main" l="3366" t="0" r="3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Recording quality evidence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57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Quality evidence shows what can be observed or checked rather than giving a vague opinion.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Evidence becomes more useful when it is linked to the relevant plan information or teacher direction.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An approved photograph can provide quality evidence when it clearly shows the feature being discussed.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9fc8c92bb4f59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Action and next-step reflection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useful reflection begins with a factual observation.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After the observation, explain a possible reason using available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Finish the reflection by recording the next teacher-confirmed step.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57fc4d57c4677"/>
          <a:srcRect xmlns:a="http://schemas.openxmlformats.org/drawingml/2006/main" l="3366" t="0" r="3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5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“Observing practical progress”?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8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“Recording quality evidence”?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8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“Action and next-step reflection”?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04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Write one process-log entry that includes a lesson reference, the broad task attempted, one objective observation and what was checked. Do not include construction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During lesson ___, I attempted ___. I observed ___. I checked this against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056e6ae624ad5"/>
          <a:srcRect xmlns:a="http://schemas.openxmlformats.org/drawingml/2006/main" l="23187" t="0" r="231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2026-08-15T04:02:16.6710000Z</dcterms:created>
  <dcterms:modified xsi:type="dcterms:W3CDTF">2026-08-15T04:02:16.6710000Z</dcterms:modified>
</coreProperties>
</file>